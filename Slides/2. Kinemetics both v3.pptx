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12192000"/>
  <p:notesSz cx="6858000" cy="9144000"/>
  <p:embeddedFontLst>
    <p:embeddedFont>
      <p:font typeface="Cambria Math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o0XPrKQODJhSj2++pURcocBJG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BB074B-F07B-4B81-BEBF-DB32CDAF2DD6}">
  <a:tblStyle styleId="{69BB074B-F07B-4B81-BEBF-DB32CDAF2D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ambriaMath-regular.fntdata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0.png"/><Relationship Id="rId13" Type="http://schemas.openxmlformats.org/officeDocument/2006/relationships/image" Target="../media/image17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5" Type="http://schemas.openxmlformats.org/officeDocument/2006/relationships/image" Target="../media/image23.png"/><Relationship Id="rId1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33.png"/><Relationship Id="rId13" Type="http://schemas.openxmlformats.org/officeDocument/2006/relationships/image" Target="../media/image2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30.png"/><Relationship Id="rId13" Type="http://schemas.openxmlformats.org/officeDocument/2006/relationships/image" Target="../media/image41.png"/><Relationship Id="rId12" Type="http://schemas.openxmlformats.org/officeDocument/2006/relationships/image" Target="../media/image58.gi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8.png"/><Relationship Id="rId15" Type="http://schemas.openxmlformats.org/officeDocument/2006/relationships/image" Target="../media/image44.png"/><Relationship Id="rId14" Type="http://schemas.openxmlformats.org/officeDocument/2006/relationships/image" Target="../media/image47.png"/><Relationship Id="rId16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gif"/><Relationship Id="rId10" Type="http://schemas.openxmlformats.org/officeDocument/2006/relationships/image" Target="../media/image62.png"/><Relationship Id="rId13" Type="http://schemas.openxmlformats.org/officeDocument/2006/relationships/image" Target="../media/image68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42.png"/><Relationship Id="rId9" Type="http://schemas.openxmlformats.org/officeDocument/2006/relationships/image" Target="../media/image76.png"/><Relationship Id="rId14" Type="http://schemas.openxmlformats.org/officeDocument/2006/relationships/image" Target="../media/image36.png"/><Relationship Id="rId5" Type="http://schemas.openxmlformats.org/officeDocument/2006/relationships/image" Target="../media/image46.png"/><Relationship Id="rId6" Type="http://schemas.openxmlformats.org/officeDocument/2006/relationships/image" Target="../media/image52.png"/><Relationship Id="rId7" Type="http://schemas.openxmlformats.org/officeDocument/2006/relationships/image" Target="../media/image35.png"/><Relationship Id="rId8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58.gi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74.png"/><Relationship Id="rId9" Type="http://schemas.openxmlformats.org/officeDocument/2006/relationships/image" Target="../media/image70.png"/><Relationship Id="rId5" Type="http://schemas.openxmlformats.org/officeDocument/2006/relationships/image" Target="../media/image43.png"/><Relationship Id="rId6" Type="http://schemas.openxmlformats.org/officeDocument/2006/relationships/image" Target="../media/image63.png"/><Relationship Id="rId7" Type="http://schemas.openxmlformats.org/officeDocument/2006/relationships/image" Target="../media/image56.png"/><Relationship Id="rId8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6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3.png"/><Relationship Id="rId4" Type="http://schemas.openxmlformats.org/officeDocument/2006/relationships/image" Target="../media/image58.gif"/><Relationship Id="rId9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97.png"/><Relationship Id="rId7" Type="http://schemas.openxmlformats.org/officeDocument/2006/relationships/image" Target="../media/image46.png"/><Relationship Id="rId8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75.png"/><Relationship Id="rId13" Type="http://schemas.openxmlformats.org/officeDocument/2006/relationships/image" Target="../media/image33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Relationship Id="rId15" Type="http://schemas.openxmlformats.org/officeDocument/2006/relationships/image" Target="../media/image41.png"/><Relationship Id="rId14" Type="http://schemas.openxmlformats.org/officeDocument/2006/relationships/image" Target="../media/image58.gif"/><Relationship Id="rId17" Type="http://schemas.openxmlformats.org/officeDocument/2006/relationships/image" Target="../media/image86.png"/><Relationship Id="rId16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56.png"/><Relationship Id="rId18" Type="http://schemas.openxmlformats.org/officeDocument/2006/relationships/image" Target="../media/image124.png"/><Relationship Id="rId7" Type="http://schemas.openxmlformats.org/officeDocument/2006/relationships/image" Target="../media/image43.png"/><Relationship Id="rId8" Type="http://schemas.openxmlformats.org/officeDocument/2006/relationships/image" Target="../media/image8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88.png"/><Relationship Id="rId13" Type="http://schemas.openxmlformats.org/officeDocument/2006/relationships/image" Target="../media/image92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1.png"/><Relationship Id="rId4" Type="http://schemas.openxmlformats.org/officeDocument/2006/relationships/image" Target="../media/image84.png"/><Relationship Id="rId9" Type="http://schemas.openxmlformats.org/officeDocument/2006/relationships/image" Target="../media/image91.png"/><Relationship Id="rId5" Type="http://schemas.openxmlformats.org/officeDocument/2006/relationships/image" Target="../media/image58.gif"/><Relationship Id="rId6" Type="http://schemas.openxmlformats.org/officeDocument/2006/relationships/image" Target="../media/image41.png"/><Relationship Id="rId7" Type="http://schemas.openxmlformats.org/officeDocument/2006/relationships/image" Target="../media/image123.png"/><Relationship Id="rId8" Type="http://schemas.openxmlformats.org/officeDocument/2006/relationships/image" Target="../media/image82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png"/><Relationship Id="rId10" Type="http://schemas.openxmlformats.org/officeDocument/2006/relationships/image" Target="../media/image91.png"/><Relationship Id="rId13" Type="http://schemas.openxmlformats.org/officeDocument/2006/relationships/image" Target="../media/image85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7.png"/><Relationship Id="rId4" Type="http://schemas.openxmlformats.org/officeDocument/2006/relationships/image" Target="../media/image58.gif"/><Relationship Id="rId9" Type="http://schemas.openxmlformats.org/officeDocument/2006/relationships/image" Target="../media/image82.png"/><Relationship Id="rId14" Type="http://schemas.openxmlformats.org/officeDocument/2006/relationships/image" Target="../media/image92.png"/><Relationship Id="rId5" Type="http://schemas.openxmlformats.org/officeDocument/2006/relationships/image" Target="../media/image41.png"/><Relationship Id="rId6" Type="http://schemas.openxmlformats.org/officeDocument/2006/relationships/image" Target="../media/image96.png"/><Relationship Id="rId7" Type="http://schemas.openxmlformats.org/officeDocument/2006/relationships/image" Target="../media/image101.png"/><Relationship Id="rId8" Type="http://schemas.openxmlformats.org/officeDocument/2006/relationships/image" Target="../media/image1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2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7.png"/><Relationship Id="rId10" Type="http://schemas.openxmlformats.org/officeDocument/2006/relationships/image" Target="../media/image33.png"/><Relationship Id="rId12" Type="http://schemas.openxmlformats.org/officeDocument/2006/relationships/image" Target="../media/image11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4.png"/><Relationship Id="rId4" Type="http://schemas.openxmlformats.org/officeDocument/2006/relationships/image" Target="../media/image2.png"/><Relationship Id="rId9" Type="http://schemas.openxmlformats.org/officeDocument/2006/relationships/image" Target="../media/image98.png"/><Relationship Id="rId5" Type="http://schemas.openxmlformats.org/officeDocument/2006/relationships/image" Target="../media/image11.png"/><Relationship Id="rId6" Type="http://schemas.openxmlformats.org/officeDocument/2006/relationships/image" Target="../media/image112.png"/><Relationship Id="rId7" Type="http://schemas.openxmlformats.org/officeDocument/2006/relationships/image" Target="../media/image105.png"/><Relationship Id="rId8" Type="http://schemas.openxmlformats.org/officeDocument/2006/relationships/image" Target="../media/image103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2.png"/><Relationship Id="rId10" Type="http://schemas.openxmlformats.org/officeDocument/2006/relationships/image" Target="../media/image11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8.png"/><Relationship Id="rId4" Type="http://schemas.openxmlformats.org/officeDocument/2006/relationships/image" Target="../media/image117.png"/><Relationship Id="rId9" Type="http://schemas.openxmlformats.org/officeDocument/2006/relationships/image" Target="../media/image98.png"/><Relationship Id="rId5" Type="http://schemas.openxmlformats.org/officeDocument/2006/relationships/image" Target="../media/image100.png"/><Relationship Id="rId6" Type="http://schemas.openxmlformats.org/officeDocument/2006/relationships/image" Target="../media/image112.png"/><Relationship Id="rId7" Type="http://schemas.openxmlformats.org/officeDocument/2006/relationships/image" Target="../media/image105.png"/><Relationship Id="rId8" Type="http://schemas.openxmlformats.org/officeDocument/2006/relationships/image" Target="../media/image103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png"/><Relationship Id="rId10" Type="http://schemas.openxmlformats.org/officeDocument/2006/relationships/image" Target="../media/image91.png"/><Relationship Id="rId13" Type="http://schemas.openxmlformats.org/officeDocument/2006/relationships/image" Target="../media/image85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0.png"/><Relationship Id="rId4" Type="http://schemas.openxmlformats.org/officeDocument/2006/relationships/image" Target="../media/image58.gif"/><Relationship Id="rId9" Type="http://schemas.openxmlformats.org/officeDocument/2006/relationships/image" Target="../media/image82.png"/><Relationship Id="rId14" Type="http://schemas.openxmlformats.org/officeDocument/2006/relationships/image" Target="../media/image138.png"/><Relationship Id="rId5" Type="http://schemas.openxmlformats.org/officeDocument/2006/relationships/image" Target="../media/image41.png"/><Relationship Id="rId6" Type="http://schemas.openxmlformats.org/officeDocument/2006/relationships/image" Target="../media/image139.png"/><Relationship Id="rId7" Type="http://schemas.openxmlformats.org/officeDocument/2006/relationships/image" Target="../media/image101.png"/><Relationship Id="rId8" Type="http://schemas.openxmlformats.org/officeDocument/2006/relationships/image" Target="../media/image123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1.png"/><Relationship Id="rId10" Type="http://schemas.openxmlformats.org/officeDocument/2006/relationships/image" Target="../media/image82.png"/><Relationship Id="rId13" Type="http://schemas.openxmlformats.org/officeDocument/2006/relationships/image" Target="../media/image27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5.png"/><Relationship Id="rId4" Type="http://schemas.openxmlformats.org/officeDocument/2006/relationships/image" Target="../media/image58.gif"/><Relationship Id="rId9" Type="http://schemas.openxmlformats.org/officeDocument/2006/relationships/image" Target="../media/image123.png"/><Relationship Id="rId15" Type="http://schemas.openxmlformats.org/officeDocument/2006/relationships/image" Target="../media/image138.png"/><Relationship Id="rId14" Type="http://schemas.openxmlformats.org/officeDocument/2006/relationships/image" Target="../media/image85.png"/><Relationship Id="rId5" Type="http://schemas.openxmlformats.org/officeDocument/2006/relationships/image" Target="../media/image41.png"/><Relationship Id="rId6" Type="http://schemas.openxmlformats.org/officeDocument/2006/relationships/image" Target="../media/image125.png"/><Relationship Id="rId7" Type="http://schemas.openxmlformats.org/officeDocument/2006/relationships/image" Target="../media/image139.png"/><Relationship Id="rId8" Type="http://schemas.openxmlformats.org/officeDocument/2006/relationships/image" Target="../media/image101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png"/><Relationship Id="rId10" Type="http://schemas.openxmlformats.org/officeDocument/2006/relationships/image" Target="../media/image167.png"/><Relationship Id="rId13" Type="http://schemas.openxmlformats.org/officeDocument/2006/relationships/image" Target="../media/image107.png"/><Relationship Id="rId12" Type="http://schemas.openxmlformats.org/officeDocument/2006/relationships/image" Target="../media/image16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3.png"/><Relationship Id="rId4" Type="http://schemas.openxmlformats.org/officeDocument/2006/relationships/image" Target="../media/image37.png"/><Relationship Id="rId9" Type="http://schemas.openxmlformats.org/officeDocument/2006/relationships/image" Target="../media/image157.png"/><Relationship Id="rId15" Type="http://schemas.openxmlformats.org/officeDocument/2006/relationships/image" Target="../media/image58.gif"/><Relationship Id="rId14" Type="http://schemas.openxmlformats.org/officeDocument/2006/relationships/image" Target="../media/image75.png"/><Relationship Id="rId17" Type="http://schemas.openxmlformats.org/officeDocument/2006/relationships/image" Target="../media/image175.png"/><Relationship Id="rId16" Type="http://schemas.openxmlformats.org/officeDocument/2006/relationships/image" Target="../media/image41.png"/><Relationship Id="rId5" Type="http://schemas.openxmlformats.org/officeDocument/2006/relationships/image" Target="../media/image74.png"/><Relationship Id="rId6" Type="http://schemas.openxmlformats.org/officeDocument/2006/relationships/image" Target="../media/image154.png"/><Relationship Id="rId7" Type="http://schemas.openxmlformats.org/officeDocument/2006/relationships/image" Target="../media/image136.png"/><Relationship Id="rId8" Type="http://schemas.openxmlformats.org/officeDocument/2006/relationships/image" Target="../media/image161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7.png"/><Relationship Id="rId10" Type="http://schemas.openxmlformats.org/officeDocument/2006/relationships/image" Target="../media/image33.png"/><Relationship Id="rId13" Type="http://schemas.openxmlformats.org/officeDocument/2006/relationships/image" Target="../media/image58.gif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0.png"/><Relationship Id="rId4" Type="http://schemas.openxmlformats.org/officeDocument/2006/relationships/image" Target="../media/image37.png"/><Relationship Id="rId9" Type="http://schemas.openxmlformats.org/officeDocument/2006/relationships/image" Target="../media/image167.png"/><Relationship Id="rId15" Type="http://schemas.openxmlformats.org/officeDocument/2006/relationships/image" Target="../media/image150.png"/><Relationship Id="rId14" Type="http://schemas.openxmlformats.org/officeDocument/2006/relationships/image" Target="../media/image41.png"/><Relationship Id="rId17" Type="http://schemas.openxmlformats.org/officeDocument/2006/relationships/image" Target="../media/image176.png"/><Relationship Id="rId16" Type="http://schemas.openxmlformats.org/officeDocument/2006/relationships/image" Target="../media/image170.png"/><Relationship Id="rId5" Type="http://schemas.openxmlformats.org/officeDocument/2006/relationships/image" Target="../media/image74.png"/><Relationship Id="rId19" Type="http://schemas.openxmlformats.org/officeDocument/2006/relationships/image" Target="../media/image154.png"/><Relationship Id="rId6" Type="http://schemas.openxmlformats.org/officeDocument/2006/relationships/image" Target="../media/image56.png"/><Relationship Id="rId18" Type="http://schemas.openxmlformats.org/officeDocument/2006/relationships/image" Target="../media/image187.png"/><Relationship Id="rId7" Type="http://schemas.openxmlformats.org/officeDocument/2006/relationships/image" Target="../media/image43.png"/><Relationship Id="rId8" Type="http://schemas.openxmlformats.org/officeDocument/2006/relationships/image" Target="../media/image157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3.png"/><Relationship Id="rId10" Type="http://schemas.openxmlformats.org/officeDocument/2006/relationships/image" Target="../media/image37.png"/><Relationship Id="rId13" Type="http://schemas.openxmlformats.org/officeDocument/2006/relationships/image" Target="../media/image194.png"/><Relationship Id="rId12" Type="http://schemas.openxmlformats.org/officeDocument/2006/relationships/image" Target="../media/image1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178.png"/><Relationship Id="rId15" Type="http://schemas.openxmlformats.org/officeDocument/2006/relationships/image" Target="../media/image182.png"/><Relationship Id="rId14" Type="http://schemas.openxmlformats.org/officeDocument/2006/relationships/image" Target="../media/image212.png"/><Relationship Id="rId17" Type="http://schemas.openxmlformats.org/officeDocument/2006/relationships/image" Target="../media/image150.png"/><Relationship Id="rId16" Type="http://schemas.openxmlformats.org/officeDocument/2006/relationships/image" Target="../media/image196.png"/><Relationship Id="rId5" Type="http://schemas.openxmlformats.org/officeDocument/2006/relationships/image" Target="../media/image43.png"/><Relationship Id="rId19" Type="http://schemas.openxmlformats.org/officeDocument/2006/relationships/image" Target="../media/image154.png"/><Relationship Id="rId6" Type="http://schemas.openxmlformats.org/officeDocument/2006/relationships/image" Target="../media/image157.png"/><Relationship Id="rId18" Type="http://schemas.openxmlformats.org/officeDocument/2006/relationships/image" Target="../media/image170.png"/><Relationship Id="rId7" Type="http://schemas.openxmlformats.org/officeDocument/2006/relationships/image" Target="../media/image167.png"/><Relationship Id="rId8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4.png"/><Relationship Id="rId11" Type="http://schemas.openxmlformats.org/officeDocument/2006/relationships/image" Target="../media/image183.png"/><Relationship Id="rId10" Type="http://schemas.openxmlformats.org/officeDocument/2006/relationships/image" Target="../media/image37.png"/><Relationship Id="rId13" Type="http://schemas.openxmlformats.org/officeDocument/2006/relationships/image" Target="../media/image194.png"/><Relationship Id="rId12" Type="http://schemas.openxmlformats.org/officeDocument/2006/relationships/image" Target="../media/image1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177.png"/><Relationship Id="rId15" Type="http://schemas.openxmlformats.org/officeDocument/2006/relationships/image" Target="../media/image182.png"/><Relationship Id="rId14" Type="http://schemas.openxmlformats.org/officeDocument/2006/relationships/image" Target="../media/image212.png"/><Relationship Id="rId17" Type="http://schemas.openxmlformats.org/officeDocument/2006/relationships/image" Target="../media/image170.png"/><Relationship Id="rId16" Type="http://schemas.openxmlformats.org/officeDocument/2006/relationships/image" Target="../media/image196.png"/><Relationship Id="rId5" Type="http://schemas.openxmlformats.org/officeDocument/2006/relationships/image" Target="../media/image43.png"/><Relationship Id="rId19" Type="http://schemas.openxmlformats.org/officeDocument/2006/relationships/image" Target="../media/image208.png"/><Relationship Id="rId6" Type="http://schemas.openxmlformats.org/officeDocument/2006/relationships/image" Target="../media/image157.png"/><Relationship Id="rId18" Type="http://schemas.openxmlformats.org/officeDocument/2006/relationships/image" Target="../media/image150.png"/><Relationship Id="rId7" Type="http://schemas.openxmlformats.org/officeDocument/2006/relationships/image" Target="../media/image167.png"/><Relationship Id="rId8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3.png"/><Relationship Id="rId10" Type="http://schemas.openxmlformats.org/officeDocument/2006/relationships/image" Target="../media/image37.png"/><Relationship Id="rId13" Type="http://schemas.openxmlformats.org/officeDocument/2006/relationships/image" Target="../media/image194.png"/><Relationship Id="rId12" Type="http://schemas.openxmlformats.org/officeDocument/2006/relationships/image" Target="../media/image1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205.png"/><Relationship Id="rId15" Type="http://schemas.openxmlformats.org/officeDocument/2006/relationships/image" Target="../media/image182.png"/><Relationship Id="rId14" Type="http://schemas.openxmlformats.org/officeDocument/2006/relationships/image" Target="../media/image212.png"/><Relationship Id="rId17" Type="http://schemas.openxmlformats.org/officeDocument/2006/relationships/image" Target="../media/image170.png"/><Relationship Id="rId16" Type="http://schemas.openxmlformats.org/officeDocument/2006/relationships/image" Target="../media/image196.png"/><Relationship Id="rId5" Type="http://schemas.openxmlformats.org/officeDocument/2006/relationships/image" Target="../media/image43.png"/><Relationship Id="rId19" Type="http://schemas.openxmlformats.org/officeDocument/2006/relationships/image" Target="../media/image154.png"/><Relationship Id="rId6" Type="http://schemas.openxmlformats.org/officeDocument/2006/relationships/image" Target="../media/image157.png"/><Relationship Id="rId18" Type="http://schemas.openxmlformats.org/officeDocument/2006/relationships/image" Target="../media/image208.png"/><Relationship Id="rId7" Type="http://schemas.openxmlformats.org/officeDocument/2006/relationships/image" Target="../media/image167.png"/><Relationship Id="rId8" Type="http://schemas.openxmlformats.org/officeDocument/2006/relationships/image" Target="../media/image7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4.png"/><Relationship Id="rId4" Type="http://schemas.openxmlformats.org/officeDocument/2006/relationships/image" Target="../media/image202.png"/><Relationship Id="rId5" Type="http://schemas.openxmlformats.org/officeDocument/2006/relationships/image" Target="../media/image58.gif"/><Relationship Id="rId6" Type="http://schemas.openxmlformats.org/officeDocument/2006/relationships/image" Target="../media/image41.png"/><Relationship Id="rId7" Type="http://schemas.openxmlformats.org/officeDocument/2006/relationships/image" Target="../media/image213.png"/><Relationship Id="rId8" Type="http://schemas.openxmlformats.org/officeDocument/2006/relationships/image" Target="../media/image2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5.png"/></Relationships>
</file>

<file path=ppt/slides/_rels/slide3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11" Type="http://schemas.openxmlformats.org/officeDocument/2006/relationships/image" Target="../media/image218.png"/><Relationship Id="rId22" Type="http://schemas.openxmlformats.org/officeDocument/2006/relationships/image" Target="../media/image241.png"/><Relationship Id="rId10" Type="http://schemas.openxmlformats.org/officeDocument/2006/relationships/image" Target="../media/image220.png"/><Relationship Id="rId21" Type="http://schemas.openxmlformats.org/officeDocument/2006/relationships/image" Target="../media/image234.png"/><Relationship Id="rId13" Type="http://schemas.openxmlformats.org/officeDocument/2006/relationships/image" Target="../media/image228.png"/><Relationship Id="rId12" Type="http://schemas.openxmlformats.org/officeDocument/2006/relationships/image" Target="../media/image22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4.png"/><Relationship Id="rId4" Type="http://schemas.openxmlformats.org/officeDocument/2006/relationships/image" Target="../media/image216.png"/><Relationship Id="rId9" Type="http://schemas.openxmlformats.org/officeDocument/2006/relationships/image" Target="../media/image226.png"/><Relationship Id="rId15" Type="http://schemas.openxmlformats.org/officeDocument/2006/relationships/image" Target="../media/image227.png"/><Relationship Id="rId14" Type="http://schemas.openxmlformats.org/officeDocument/2006/relationships/image" Target="../media/image219.png"/><Relationship Id="rId17" Type="http://schemas.openxmlformats.org/officeDocument/2006/relationships/image" Target="../media/image230.png"/><Relationship Id="rId16" Type="http://schemas.openxmlformats.org/officeDocument/2006/relationships/image" Target="../media/image231.png"/><Relationship Id="rId5" Type="http://schemas.openxmlformats.org/officeDocument/2006/relationships/image" Target="../media/image222.png"/><Relationship Id="rId19" Type="http://schemas.openxmlformats.org/officeDocument/2006/relationships/image" Target="../media/image237.png"/><Relationship Id="rId6" Type="http://schemas.openxmlformats.org/officeDocument/2006/relationships/image" Target="../media/image221.png"/><Relationship Id="rId18" Type="http://schemas.openxmlformats.org/officeDocument/2006/relationships/image" Target="../media/image217.png"/><Relationship Id="rId7" Type="http://schemas.openxmlformats.org/officeDocument/2006/relationships/image" Target="../media/image224.png"/><Relationship Id="rId8" Type="http://schemas.openxmlformats.org/officeDocument/2006/relationships/image" Target="../media/image20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3.png"/><Relationship Id="rId4" Type="http://schemas.openxmlformats.org/officeDocument/2006/relationships/image" Target="../media/image236.png"/></Relationships>
</file>

<file path=ppt/slides/_rels/slide3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5.png"/><Relationship Id="rId22" Type="http://schemas.openxmlformats.org/officeDocument/2006/relationships/image" Target="../media/image256.png"/><Relationship Id="rId21" Type="http://schemas.openxmlformats.org/officeDocument/2006/relationships/image" Target="../media/image243.png"/><Relationship Id="rId24" Type="http://schemas.openxmlformats.org/officeDocument/2006/relationships/image" Target="../media/image246.png"/><Relationship Id="rId23" Type="http://schemas.openxmlformats.org/officeDocument/2006/relationships/image" Target="../media/image2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0.png"/><Relationship Id="rId4" Type="http://schemas.openxmlformats.org/officeDocument/2006/relationships/image" Target="../media/image249.png"/><Relationship Id="rId9" Type="http://schemas.openxmlformats.org/officeDocument/2006/relationships/image" Target="../media/image261.png"/><Relationship Id="rId26" Type="http://schemas.openxmlformats.org/officeDocument/2006/relationships/image" Target="../media/image263.png"/><Relationship Id="rId25" Type="http://schemas.openxmlformats.org/officeDocument/2006/relationships/image" Target="../media/image267.png"/><Relationship Id="rId28" Type="http://schemas.openxmlformats.org/officeDocument/2006/relationships/image" Target="../media/image293.png"/><Relationship Id="rId27" Type="http://schemas.openxmlformats.org/officeDocument/2006/relationships/image" Target="../media/image259.png"/><Relationship Id="rId5" Type="http://schemas.openxmlformats.org/officeDocument/2006/relationships/image" Target="../media/image235.png"/><Relationship Id="rId6" Type="http://schemas.openxmlformats.org/officeDocument/2006/relationships/image" Target="../media/image223.png"/><Relationship Id="rId7" Type="http://schemas.openxmlformats.org/officeDocument/2006/relationships/image" Target="../media/image258.png"/><Relationship Id="rId8" Type="http://schemas.openxmlformats.org/officeDocument/2006/relationships/image" Target="../media/image242.png"/><Relationship Id="rId11" Type="http://schemas.openxmlformats.org/officeDocument/2006/relationships/image" Target="../media/image252.png"/><Relationship Id="rId10" Type="http://schemas.openxmlformats.org/officeDocument/2006/relationships/image" Target="../media/image244.png"/><Relationship Id="rId13" Type="http://schemas.openxmlformats.org/officeDocument/2006/relationships/image" Target="../media/image238.png"/><Relationship Id="rId12" Type="http://schemas.openxmlformats.org/officeDocument/2006/relationships/image" Target="../media/image239.png"/><Relationship Id="rId15" Type="http://schemas.openxmlformats.org/officeDocument/2006/relationships/image" Target="../media/image245.png"/><Relationship Id="rId14" Type="http://schemas.openxmlformats.org/officeDocument/2006/relationships/image" Target="../media/image240.png"/><Relationship Id="rId17" Type="http://schemas.openxmlformats.org/officeDocument/2006/relationships/image" Target="../media/image247.png"/><Relationship Id="rId16" Type="http://schemas.openxmlformats.org/officeDocument/2006/relationships/image" Target="../media/image251.png"/><Relationship Id="rId19" Type="http://schemas.openxmlformats.org/officeDocument/2006/relationships/image" Target="../media/image248.png"/><Relationship Id="rId18" Type="http://schemas.openxmlformats.org/officeDocument/2006/relationships/image" Target="../media/image253.png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4.png"/><Relationship Id="rId21" Type="http://schemas.openxmlformats.org/officeDocument/2006/relationships/image" Target="../media/image27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3.png"/><Relationship Id="rId4" Type="http://schemas.openxmlformats.org/officeDocument/2006/relationships/image" Target="../media/image262.png"/><Relationship Id="rId9" Type="http://schemas.openxmlformats.org/officeDocument/2006/relationships/image" Target="../media/image268.png"/><Relationship Id="rId5" Type="http://schemas.openxmlformats.org/officeDocument/2006/relationships/image" Target="../media/image254.png"/><Relationship Id="rId6" Type="http://schemas.openxmlformats.org/officeDocument/2006/relationships/image" Target="../media/image264.png"/><Relationship Id="rId7" Type="http://schemas.openxmlformats.org/officeDocument/2006/relationships/image" Target="../media/image260.png"/><Relationship Id="rId8" Type="http://schemas.openxmlformats.org/officeDocument/2006/relationships/image" Target="../media/image273.png"/><Relationship Id="rId11" Type="http://schemas.openxmlformats.org/officeDocument/2006/relationships/image" Target="../media/image266.png"/><Relationship Id="rId10" Type="http://schemas.openxmlformats.org/officeDocument/2006/relationships/image" Target="../media/image301.png"/><Relationship Id="rId13" Type="http://schemas.openxmlformats.org/officeDocument/2006/relationships/image" Target="../media/image285.png"/><Relationship Id="rId12" Type="http://schemas.openxmlformats.org/officeDocument/2006/relationships/image" Target="../media/image265.png"/><Relationship Id="rId15" Type="http://schemas.openxmlformats.org/officeDocument/2006/relationships/image" Target="../media/image257.png"/><Relationship Id="rId14" Type="http://schemas.openxmlformats.org/officeDocument/2006/relationships/image" Target="../media/image271.png"/><Relationship Id="rId17" Type="http://schemas.openxmlformats.org/officeDocument/2006/relationships/image" Target="../media/image278.png"/><Relationship Id="rId16" Type="http://schemas.openxmlformats.org/officeDocument/2006/relationships/image" Target="../media/image275.png"/><Relationship Id="rId19" Type="http://schemas.openxmlformats.org/officeDocument/2006/relationships/image" Target="../media/image280.png"/><Relationship Id="rId18" Type="http://schemas.openxmlformats.org/officeDocument/2006/relationships/image" Target="../media/image2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5.png"/><Relationship Id="rId4" Type="http://schemas.openxmlformats.org/officeDocument/2006/relationships/image" Target="../media/image271.png"/><Relationship Id="rId9" Type="http://schemas.openxmlformats.org/officeDocument/2006/relationships/image" Target="../media/image280.png"/><Relationship Id="rId5" Type="http://schemas.openxmlformats.org/officeDocument/2006/relationships/image" Target="../media/image257.png"/><Relationship Id="rId6" Type="http://schemas.openxmlformats.org/officeDocument/2006/relationships/image" Target="../media/image275.png"/><Relationship Id="rId7" Type="http://schemas.openxmlformats.org/officeDocument/2006/relationships/image" Target="../media/image278.png"/><Relationship Id="rId8" Type="http://schemas.openxmlformats.org/officeDocument/2006/relationships/image" Target="../media/image284.png"/><Relationship Id="rId11" Type="http://schemas.openxmlformats.org/officeDocument/2006/relationships/image" Target="../media/image290.png"/><Relationship Id="rId10" Type="http://schemas.openxmlformats.org/officeDocument/2006/relationships/image" Target="../media/image304.png"/><Relationship Id="rId12" Type="http://schemas.openxmlformats.org/officeDocument/2006/relationships/image" Target="../media/image27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5.png"/><Relationship Id="rId4" Type="http://schemas.openxmlformats.org/officeDocument/2006/relationships/image" Target="../media/image271.png"/><Relationship Id="rId9" Type="http://schemas.openxmlformats.org/officeDocument/2006/relationships/image" Target="../media/image280.png"/><Relationship Id="rId5" Type="http://schemas.openxmlformats.org/officeDocument/2006/relationships/image" Target="../media/image257.png"/><Relationship Id="rId6" Type="http://schemas.openxmlformats.org/officeDocument/2006/relationships/image" Target="../media/image275.png"/><Relationship Id="rId7" Type="http://schemas.openxmlformats.org/officeDocument/2006/relationships/image" Target="../media/image278.png"/><Relationship Id="rId8" Type="http://schemas.openxmlformats.org/officeDocument/2006/relationships/image" Target="../media/image284.png"/><Relationship Id="rId11" Type="http://schemas.openxmlformats.org/officeDocument/2006/relationships/image" Target="../media/image296.png"/><Relationship Id="rId10" Type="http://schemas.openxmlformats.org/officeDocument/2006/relationships/image" Target="../media/image304.png"/><Relationship Id="rId12" Type="http://schemas.openxmlformats.org/officeDocument/2006/relationships/image" Target="../media/image2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5.png"/><Relationship Id="rId4" Type="http://schemas.openxmlformats.org/officeDocument/2006/relationships/image" Target="../media/image271.png"/><Relationship Id="rId9" Type="http://schemas.openxmlformats.org/officeDocument/2006/relationships/image" Target="../media/image280.png"/><Relationship Id="rId5" Type="http://schemas.openxmlformats.org/officeDocument/2006/relationships/image" Target="../media/image257.png"/><Relationship Id="rId6" Type="http://schemas.openxmlformats.org/officeDocument/2006/relationships/image" Target="../media/image275.png"/><Relationship Id="rId7" Type="http://schemas.openxmlformats.org/officeDocument/2006/relationships/image" Target="../media/image278.png"/><Relationship Id="rId8" Type="http://schemas.openxmlformats.org/officeDocument/2006/relationships/image" Target="../media/image284.png"/><Relationship Id="rId11" Type="http://schemas.openxmlformats.org/officeDocument/2006/relationships/image" Target="../media/image299.png"/><Relationship Id="rId10" Type="http://schemas.openxmlformats.org/officeDocument/2006/relationships/image" Target="../media/image304.png"/><Relationship Id="rId12" Type="http://schemas.openxmlformats.org/officeDocument/2006/relationships/image" Target="../media/image27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5.png"/><Relationship Id="rId4" Type="http://schemas.openxmlformats.org/officeDocument/2006/relationships/image" Target="../media/image271.png"/><Relationship Id="rId9" Type="http://schemas.openxmlformats.org/officeDocument/2006/relationships/image" Target="../media/image280.png"/><Relationship Id="rId5" Type="http://schemas.openxmlformats.org/officeDocument/2006/relationships/image" Target="../media/image257.png"/><Relationship Id="rId6" Type="http://schemas.openxmlformats.org/officeDocument/2006/relationships/image" Target="../media/image275.png"/><Relationship Id="rId7" Type="http://schemas.openxmlformats.org/officeDocument/2006/relationships/image" Target="../media/image278.png"/><Relationship Id="rId8" Type="http://schemas.openxmlformats.org/officeDocument/2006/relationships/image" Target="../media/image284.png"/><Relationship Id="rId11" Type="http://schemas.openxmlformats.org/officeDocument/2006/relationships/image" Target="../media/image295.png"/><Relationship Id="rId10" Type="http://schemas.openxmlformats.org/officeDocument/2006/relationships/image" Target="../media/image304.png"/><Relationship Id="rId12" Type="http://schemas.openxmlformats.org/officeDocument/2006/relationships/image" Target="../media/image2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3.png"/><Relationship Id="rId4" Type="http://schemas.openxmlformats.org/officeDocument/2006/relationships/image" Target="../media/image268.png"/><Relationship Id="rId9" Type="http://schemas.openxmlformats.org/officeDocument/2006/relationships/image" Target="../media/image271.png"/><Relationship Id="rId5" Type="http://schemas.openxmlformats.org/officeDocument/2006/relationships/image" Target="../media/image301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85.png"/><Relationship Id="rId11" Type="http://schemas.openxmlformats.org/officeDocument/2006/relationships/image" Target="../media/image275.png"/><Relationship Id="rId10" Type="http://schemas.openxmlformats.org/officeDocument/2006/relationships/image" Target="../media/image257.png"/><Relationship Id="rId13" Type="http://schemas.openxmlformats.org/officeDocument/2006/relationships/image" Target="../media/image284.png"/><Relationship Id="rId12" Type="http://schemas.openxmlformats.org/officeDocument/2006/relationships/image" Target="../media/image278.png"/><Relationship Id="rId15" Type="http://schemas.openxmlformats.org/officeDocument/2006/relationships/image" Target="../media/image304.png"/><Relationship Id="rId14" Type="http://schemas.openxmlformats.org/officeDocument/2006/relationships/image" Target="../media/image280.png"/><Relationship Id="rId17" Type="http://schemas.openxmlformats.org/officeDocument/2006/relationships/image" Target="../media/image276.png"/><Relationship Id="rId16" Type="http://schemas.openxmlformats.org/officeDocument/2006/relationships/image" Target="../media/image29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3.png"/><Relationship Id="rId4" Type="http://schemas.openxmlformats.org/officeDocument/2006/relationships/image" Target="../media/image268.png"/><Relationship Id="rId9" Type="http://schemas.openxmlformats.org/officeDocument/2006/relationships/image" Target="../media/image271.png"/><Relationship Id="rId5" Type="http://schemas.openxmlformats.org/officeDocument/2006/relationships/image" Target="../media/image301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85.png"/><Relationship Id="rId11" Type="http://schemas.openxmlformats.org/officeDocument/2006/relationships/image" Target="../media/image275.png"/><Relationship Id="rId10" Type="http://schemas.openxmlformats.org/officeDocument/2006/relationships/image" Target="../media/image257.png"/><Relationship Id="rId13" Type="http://schemas.openxmlformats.org/officeDocument/2006/relationships/image" Target="../media/image284.png"/><Relationship Id="rId12" Type="http://schemas.openxmlformats.org/officeDocument/2006/relationships/image" Target="../media/image278.png"/><Relationship Id="rId15" Type="http://schemas.openxmlformats.org/officeDocument/2006/relationships/image" Target="../media/image304.png"/><Relationship Id="rId14" Type="http://schemas.openxmlformats.org/officeDocument/2006/relationships/image" Target="../media/image280.png"/><Relationship Id="rId17" Type="http://schemas.openxmlformats.org/officeDocument/2006/relationships/image" Target="../media/image276.png"/><Relationship Id="rId16" Type="http://schemas.openxmlformats.org/officeDocument/2006/relationships/image" Target="../media/image30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3.png"/><Relationship Id="rId4" Type="http://schemas.openxmlformats.org/officeDocument/2006/relationships/image" Target="../media/image268.png"/><Relationship Id="rId9" Type="http://schemas.openxmlformats.org/officeDocument/2006/relationships/image" Target="../media/image271.png"/><Relationship Id="rId5" Type="http://schemas.openxmlformats.org/officeDocument/2006/relationships/image" Target="../media/image301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85.png"/><Relationship Id="rId11" Type="http://schemas.openxmlformats.org/officeDocument/2006/relationships/image" Target="../media/image275.png"/><Relationship Id="rId10" Type="http://schemas.openxmlformats.org/officeDocument/2006/relationships/image" Target="../media/image257.png"/><Relationship Id="rId13" Type="http://schemas.openxmlformats.org/officeDocument/2006/relationships/image" Target="../media/image284.png"/><Relationship Id="rId12" Type="http://schemas.openxmlformats.org/officeDocument/2006/relationships/image" Target="../media/image278.png"/><Relationship Id="rId15" Type="http://schemas.openxmlformats.org/officeDocument/2006/relationships/image" Target="../media/image304.png"/><Relationship Id="rId14" Type="http://schemas.openxmlformats.org/officeDocument/2006/relationships/image" Target="../media/image280.png"/><Relationship Id="rId17" Type="http://schemas.openxmlformats.org/officeDocument/2006/relationships/image" Target="../media/image276.png"/><Relationship Id="rId16" Type="http://schemas.openxmlformats.org/officeDocument/2006/relationships/image" Target="../media/image29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3.png"/><Relationship Id="rId4" Type="http://schemas.openxmlformats.org/officeDocument/2006/relationships/image" Target="../media/image268.png"/><Relationship Id="rId9" Type="http://schemas.openxmlformats.org/officeDocument/2006/relationships/image" Target="../media/image271.png"/><Relationship Id="rId5" Type="http://schemas.openxmlformats.org/officeDocument/2006/relationships/image" Target="../media/image301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85.png"/><Relationship Id="rId11" Type="http://schemas.openxmlformats.org/officeDocument/2006/relationships/image" Target="../media/image275.png"/><Relationship Id="rId10" Type="http://schemas.openxmlformats.org/officeDocument/2006/relationships/image" Target="../media/image257.png"/><Relationship Id="rId13" Type="http://schemas.openxmlformats.org/officeDocument/2006/relationships/image" Target="../media/image284.png"/><Relationship Id="rId12" Type="http://schemas.openxmlformats.org/officeDocument/2006/relationships/image" Target="../media/image278.png"/><Relationship Id="rId15" Type="http://schemas.openxmlformats.org/officeDocument/2006/relationships/image" Target="../media/image304.png"/><Relationship Id="rId14" Type="http://schemas.openxmlformats.org/officeDocument/2006/relationships/image" Target="../media/image280.png"/><Relationship Id="rId17" Type="http://schemas.openxmlformats.org/officeDocument/2006/relationships/image" Target="../media/image276.png"/><Relationship Id="rId16" Type="http://schemas.openxmlformats.org/officeDocument/2006/relationships/image" Target="../media/image315.png"/></Relationships>
</file>

<file path=ppt/slides/_rels/slide4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4.png"/><Relationship Id="rId22" Type="http://schemas.openxmlformats.org/officeDocument/2006/relationships/image" Target="../media/image276.png"/><Relationship Id="rId21" Type="http://schemas.openxmlformats.org/officeDocument/2006/relationships/image" Target="../media/image32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3.png"/><Relationship Id="rId4" Type="http://schemas.openxmlformats.org/officeDocument/2006/relationships/image" Target="../media/image262.png"/><Relationship Id="rId9" Type="http://schemas.openxmlformats.org/officeDocument/2006/relationships/image" Target="../media/image268.png"/><Relationship Id="rId5" Type="http://schemas.openxmlformats.org/officeDocument/2006/relationships/image" Target="../media/image254.png"/><Relationship Id="rId6" Type="http://schemas.openxmlformats.org/officeDocument/2006/relationships/image" Target="../media/image264.png"/><Relationship Id="rId7" Type="http://schemas.openxmlformats.org/officeDocument/2006/relationships/image" Target="../media/image260.png"/><Relationship Id="rId8" Type="http://schemas.openxmlformats.org/officeDocument/2006/relationships/image" Target="../media/image273.png"/><Relationship Id="rId11" Type="http://schemas.openxmlformats.org/officeDocument/2006/relationships/image" Target="../media/image266.png"/><Relationship Id="rId10" Type="http://schemas.openxmlformats.org/officeDocument/2006/relationships/image" Target="../media/image301.png"/><Relationship Id="rId13" Type="http://schemas.openxmlformats.org/officeDocument/2006/relationships/image" Target="../media/image285.png"/><Relationship Id="rId12" Type="http://schemas.openxmlformats.org/officeDocument/2006/relationships/image" Target="../media/image265.png"/><Relationship Id="rId15" Type="http://schemas.openxmlformats.org/officeDocument/2006/relationships/image" Target="../media/image257.png"/><Relationship Id="rId14" Type="http://schemas.openxmlformats.org/officeDocument/2006/relationships/image" Target="../media/image271.png"/><Relationship Id="rId17" Type="http://schemas.openxmlformats.org/officeDocument/2006/relationships/image" Target="../media/image278.png"/><Relationship Id="rId16" Type="http://schemas.openxmlformats.org/officeDocument/2006/relationships/image" Target="../media/image275.png"/><Relationship Id="rId19" Type="http://schemas.openxmlformats.org/officeDocument/2006/relationships/image" Target="../media/image280.png"/><Relationship Id="rId18" Type="http://schemas.openxmlformats.org/officeDocument/2006/relationships/image" Target="../media/image284.png"/></Relationships>
</file>

<file path=ppt/slides/_rels/slide4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4.png"/><Relationship Id="rId22" Type="http://schemas.openxmlformats.org/officeDocument/2006/relationships/image" Target="../media/image276.png"/><Relationship Id="rId21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3.png"/><Relationship Id="rId4" Type="http://schemas.openxmlformats.org/officeDocument/2006/relationships/image" Target="../media/image262.png"/><Relationship Id="rId9" Type="http://schemas.openxmlformats.org/officeDocument/2006/relationships/image" Target="../media/image268.png"/><Relationship Id="rId5" Type="http://schemas.openxmlformats.org/officeDocument/2006/relationships/image" Target="../media/image254.png"/><Relationship Id="rId6" Type="http://schemas.openxmlformats.org/officeDocument/2006/relationships/image" Target="../media/image264.png"/><Relationship Id="rId7" Type="http://schemas.openxmlformats.org/officeDocument/2006/relationships/image" Target="../media/image260.png"/><Relationship Id="rId8" Type="http://schemas.openxmlformats.org/officeDocument/2006/relationships/image" Target="../media/image273.png"/><Relationship Id="rId11" Type="http://schemas.openxmlformats.org/officeDocument/2006/relationships/image" Target="../media/image266.png"/><Relationship Id="rId10" Type="http://schemas.openxmlformats.org/officeDocument/2006/relationships/image" Target="../media/image301.png"/><Relationship Id="rId13" Type="http://schemas.openxmlformats.org/officeDocument/2006/relationships/image" Target="../media/image285.png"/><Relationship Id="rId12" Type="http://schemas.openxmlformats.org/officeDocument/2006/relationships/image" Target="../media/image265.png"/><Relationship Id="rId15" Type="http://schemas.openxmlformats.org/officeDocument/2006/relationships/image" Target="../media/image257.png"/><Relationship Id="rId14" Type="http://schemas.openxmlformats.org/officeDocument/2006/relationships/image" Target="../media/image271.png"/><Relationship Id="rId17" Type="http://schemas.openxmlformats.org/officeDocument/2006/relationships/image" Target="../media/image278.png"/><Relationship Id="rId16" Type="http://schemas.openxmlformats.org/officeDocument/2006/relationships/image" Target="../media/image275.png"/><Relationship Id="rId19" Type="http://schemas.openxmlformats.org/officeDocument/2006/relationships/image" Target="../media/image280.png"/><Relationship Id="rId18" Type="http://schemas.openxmlformats.org/officeDocument/2006/relationships/image" Target="../media/image284.png"/></Relationships>
</file>

<file path=ppt/slides/_rels/slide4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4.png"/><Relationship Id="rId22" Type="http://schemas.openxmlformats.org/officeDocument/2006/relationships/image" Target="../media/image276.png"/><Relationship Id="rId21" Type="http://schemas.openxmlformats.org/officeDocument/2006/relationships/image" Target="../media/image31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3.png"/><Relationship Id="rId4" Type="http://schemas.openxmlformats.org/officeDocument/2006/relationships/image" Target="../media/image262.png"/><Relationship Id="rId9" Type="http://schemas.openxmlformats.org/officeDocument/2006/relationships/image" Target="../media/image268.png"/><Relationship Id="rId5" Type="http://schemas.openxmlformats.org/officeDocument/2006/relationships/image" Target="../media/image254.png"/><Relationship Id="rId6" Type="http://schemas.openxmlformats.org/officeDocument/2006/relationships/image" Target="../media/image264.png"/><Relationship Id="rId7" Type="http://schemas.openxmlformats.org/officeDocument/2006/relationships/image" Target="../media/image260.png"/><Relationship Id="rId8" Type="http://schemas.openxmlformats.org/officeDocument/2006/relationships/image" Target="../media/image273.png"/><Relationship Id="rId11" Type="http://schemas.openxmlformats.org/officeDocument/2006/relationships/image" Target="../media/image266.png"/><Relationship Id="rId10" Type="http://schemas.openxmlformats.org/officeDocument/2006/relationships/image" Target="../media/image301.png"/><Relationship Id="rId13" Type="http://schemas.openxmlformats.org/officeDocument/2006/relationships/image" Target="../media/image285.png"/><Relationship Id="rId12" Type="http://schemas.openxmlformats.org/officeDocument/2006/relationships/image" Target="../media/image265.png"/><Relationship Id="rId15" Type="http://schemas.openxmlformats.org/officeDocument/2006/relationships/image" Target="../media/image257.png"/><Relationship Id="rId14" Type="http://schemas.openxmlformats.org/officeDocument/2006/relationships/image" Target="../media/image271.png"/><Relationship Id="rId17" Type="http://schemas.openxmlformats.org/officeDocument/2006/relationships/image" Target="../media/image278.png"/><Relationship Id="rId16" Type="http://schemas.openxmlformats.org/officeDocument/2006/relationships/image" Target="../media/image275.png"/><Relationship Id="rId19" Type="http://schemas.openxmlformats.org/officeDocument/2006/relationships/image" Target="../media/image280.png"/><Relationship Id="rId18" Type="http://schemas.openxmlformats.org/officeDocument/2006/relationships/image" Target="../media/image284.png"/></Relationships>
</file>

<file path=ppt/slides/_rels/slide49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4.png"/><Relationship Id="rId22" Type="http://schemas.openxmlformats.org/officeDocument/2006/relationships/image" Target="../media/image276.png"/><Relationship Id="rId21" Type="http://schemas.openxmlformats.org/officeDocument/2006/relationships/image" Target="../media/image31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3.png"/><Relationship Id="rId4" Type="http://schemas.openxmlformats.org/officeDocument/2006/relationships/image" Target="../media/image262.png"/><Relationship Id="rId9" Type="http://schemas.openxmlformats.org/officeDocument/2006/relationships/image" Target="../media/image268.png"/><Relationship Id="rId5" Type="http://schemas.openxmlformats.org/officeDocument/2006/relationships/image" Target="../media/image254.png"/><Relationship Id="rId6" Type="http://schemas.openxmlformats.org/officeDocument/2006/relationships/image" Target="../media/image264.png"/><Relationship Id="rId7" Type="http://schemas.openxmlformats.org/officeDocument/2006/relationships/image" Target="../media/image260.png"/><Relationship Id="rId8" Type="http://schemas.openxmlformats.org/officeDocument/2006/relationships/image" Target="../media/image273.png"/><Relationship Id="rId11" Type="http://schemas.openxmlformats.org/officeDocument/2006/relationships/image" Target="../media/image266.png"/><Relationship Id="rId10" Type="http://schemas.openxmlformats.org/officeDocument/2006/relationships/image" Target="../media/image301.png"/><Relationship Id="rId13" Type="http://schemas.openxmlformats.org/officeDocument/2006/relationships/image" Target="../media/image285.png"/><Relationship Id="rId12" Type="http://schemas.openxmlformats.org/officeDocument/2006/relationships/image" Target="../media/image265.png"/><Relationship Id="rId15" Type="http://schemas.openxmlformats.org/officeDocument/2006/relationships/image" Target="../media/image257.png"/><Relationship Id="rId14" Type="http://schemas.openxmlformats.org/officeDocument/2006/relationships/image" Target="../media/image271.png"/><Relationship Id="rId17" Type="http://schemas.openxmlformats.org/officeDocument/2006/relationships/image" Target="../media/image278.png"/><Relationship Id="rId16" Type="http://schemas.openxmlformats.org/officeDocument/2006/relationships/image" Target="../media/image275.png"/><Relationship Id="rId19" Type="http://schemas.openxmlformats.org/officeDocument/2006/relationships/image" Target="../media/image280.png"/><Relationship Id="rId18" Type="http://schemas.openxmlformats.org/officeDocument/2006/relationships/image" Target="../media/image28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8.png"/><Relationship Id="rId4" Type="http://schemas.openxmlformats.org/officeDocument/2006/relationships/image" Target="../media/image323.png"/><Relationship Id="rId5" Type="http://schemas.openxmlformats.org/officeDocument/2006/relationships/image" Target="../media/image322.png"/><Relationship Id="rId6" Type="http://schemas.openxmlformats.org/officeDocument/2006/relationships/image" Target="../media/image310.png"/><Relationship Id="rId7" Type="http://schemas.openxmlformats.org/officeDocument/2006/relationships/image" Target="../media/image30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8.png"/><Relationship Id="rId4" Type="http://schemas.openxmlformats.org/officeDocument/2006/relationships/image" Target="../media/image3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6.png"/><Relationship Id="rId4" Type="http://schemas.openxmlformats.org/officeDocument/2006/relationships/image" Target="../media/image317.png"/><Relationship Id="rId9" Type="http://schemas.openxmlformats.org/officeDocument/2006/relationships/image" Target="../media/image333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26.png"/><Relationship Id="rId8" Type="http://schemas.openxmlformats.org/officeDocument/2006/relationships/image" Target="../media/image32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9.png"/><Relationship Id="rId4" Type="http://schemas.openxmlformats.org/officeDocument/2006/relationships/image" Target="../media/image3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0.png"/><Relationship Id="rId4" Type="http://schemas.openxmlformats.org/officeDocument/2006/relationships/image" Target="../media/image328.png"/><Relationship Id="rId9" Type="http://schemas.openxmlformats.org/officeDocument/2006/relationships/image" Target="../media/image331.png"/><Relationship Id="rId5" Type="http://schemas.openxmlformats.org/officeDocument/2006/relationships/image" Target="../media/image329.png"/><Relationship Id="rId6" Type="http://schemas.openxmlformats.org/officeDocument/2006/relationships/image" Target="../media/image351.png"/><Relationship Id="rId7" Type="http://schemas.openxmlformats.org/officeDocument/2006/relationships/image" Target="../media/image341.png"/><Relationship Id="rId8" Type="http://schemas.openxmlformats.org/officeDocument/2006/relationships/image" Target="../media/image332.png"/></Relationships>
</file>

<file path=ppt/slides/_rels/slide5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0.png"/><Relationship Id="rId22" Type="http://schemas.openxmlformats.org/officeDocument/2006/relationships/image" Target="../media/image347.png"/><Relationship Id="rId21" Type="http://schemas.openxmlformats.org/officeDocument/2006/relationships/image" Target="../media/image343.png"/><Relationship Id="rId24" Type="http://schemas.openxmlformats.org/officeDocument/2006/relationships/image" Target="../media/image358.png"/><Relationship Id="rId23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4.png"/><Relationship Id="rId4" Type="http://schemas.openxmlformats.org/officeDocument/2006/relationships/image" Target="../media/image338.png"/><Relationship Id="rId9" Type="http://schemas.openxmlformats.org/officeDocument/2006/relationships/image" Target="../media/image349.png"/><Relationship Id="rId25" Type="http://schemas.openxmlformats.org/officeDocument/2006/relationships/image" Target="../media/image359.png"/><Relationship Id="rId5" Type="http://schemas.openxmlformats.org/officeDocument/2006/relationships/image" Target="../media/image357.png"/><Relationship Id="rId6" Type="http://schemas.openxmlformats.org/officeDocument/2006/relationships/image" Target="../media/image340.png"/><Relationship Id="rId7" Type="http://schemas.openxmlformats.org/officeDocument/2006/relationships/image" Target="../media/image335.png"/><Relationship Id="rId8" Type="http://schemas.openxmlformats.org/officeDocument/2006/relationships/image" Target="../media/image337.png"/><Relationship Id="rId11" Type="http://schemas.openxmlformats.org/officeDocument/2006/relationships/image" Target="../media/image342.png"/><Relationship Id="rId10" Type="http://schemas.openxmlformats.org/officeDocument/2006/relationships/image" Target="../media/image352.png"/><Relationship Id="rId13" Type="http://schemas.openxmlformats.org/officeDocument/2006/relationships/image" Target="../media/image336.png"/><Relationship Id="rId12" Type="http://schemas.openxmlformats.org/officeDocument/2006/relationships/image" Target="../media/image345.png"/><Relationship Id="rId15" Type="http://schemas.openxmlformats.org/officeDocument/2006/relationships/image" Target="../media/image346.png"/><Relationship Id="rId14" Type="http://schemas.openxmlformats.org/officeDocument/2006/relationships/image" Target="../media/image344.png"/><Relationship Id="rId17" Type="http://schemas.openxmlformats.org/officeDocument/2006/relationships/image" Target="../media/image354.png"/><Relationship Id="rId16" Type="http://schemas.openxmlformats.org/officeDocument/2006/relationships/image" Target="../media/image339.png"/><Relationship Id="rId19" Type="http://schemas.openxmlformats.org/officeDocument/2006/relationships/image" Target="../media/image348.png"/><Relationship Id="rId18" Type="http://schemas.openxmlformats.org/officeDocument/2006/relationships/image" Target="../media/image35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Kinematics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Md. Khalilur Rhaman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3404308" y="6115721"/>
            <a:ext cx="49902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https://www.youtube.com/watch?v=NRgNDlVtmz0</a:t>
            </a:r>
            <a:endParaRPr/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9172" y="2439054"/>
            <a:ext cx="6185218" cy="251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471" y="1695337"/>
            <a:ext cx="4889751" cy="43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 of Joint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Joint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Joint</a:t>
            </a:r>
            <a:endParaRPr/>
          </a:p>
        </p:txBody>
      </p:sp>
      <p:sp>
        <p:nvSpPr>
          <p:cNvPr id="104" name="Google Shape;104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Revolute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Prismatic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039532"/>
            <a:ext cx="3467292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3841" y="3749103"/>
            <a:ext cx="3758552" cy="227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Forward kinematics using trigonometry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Pythagoras' Theorem for right triangle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4">
            <a:alphaModFix/>
          </a:blip>
          <a:srcRect b="30808" l="51692" r="34376" t="40686"/>
          <a:stretch/>
        </p:blipFill>
        <p:spPr>
          <a:xfrm>
            <a:off x="5247117" y="1615154"/>
            <a:ext cx="3768695" cy="433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78526" l="53279" r="35612" t="9615"/>
          <a:stretch/>
        </p:blipFill>
        <p:spPr>
          <a:xfrm>
            <a:off x="1345223" y="1823376"/>
            <a:ext cx="3039850" cy="182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Trigonometric Functions</a:t>
            </a:r>
            <a:endParaRPr/>
          </a:p>
        </p:txBody>
      </p:sp>
      <p:pic>
        <p:nvPicPr>
          <p:cNvPr descr="Trigonometry Functions (solutions, examples, videos)" id="125" name="Google Shape;12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155" y="2143125"/>
            <a:ext cx="10342487" cy="3671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Sine and Cosine Rules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3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geometry formulae triangles"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9855" y="2251132"/>
            <a:ext cx="5391497" cy="246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4 DOF Arm Calculation</a:t>
            </a:r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145" name="Google Shape;145;p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9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148" name="Google Shape;148;p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9"/>
          <p:cNvGrpSpPr/>
          <p:nvPr/>
        </p:nvGrpSpPr>
        <p:grpSpPr>
          <a:xfrm rot="-1510188">
            <a:off x="4522958" y="3403633"/>
            <a:ext cx="784883" cy="434220"/>
            <a:chOff x="6531536" y="2870500"/>
            <a:chExt cx="784883" cy="434220"/>
          </a:xfrm>
        </p:grpSpPr>
        <p:sp>
          <p:nvSpPr>
            <p:cNvPr id="152" name="Google Shape;152;p9"/>
            <p:cNvSpPr/>
            <p:nvPr/>
          </p:nvSpPr>
          <p:spPr>
            <a:xfrm rot="1495015">
              <a:off x="6512497" y="3044178"/>
              <a:ext cx="82296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3854512">
              <a:off x="7209652" y="31923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9"/>
            <p:cNvSpPr/>
            <p:nvPr/>
          </p:nvSpPr>
          <p:spPr>
            <a:xfrm rot="3854512">
              <a:off x="6554791" y="28858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9"/>
          <p:cNvSpPr txBox="1"/>
          <p:nvPr/>
        </p:nvSpPr>
        <p:spPr>
          <a:xfrm>
            <a:off x="5853869" y="1825625"/>
            <a:ext cx="617861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79" l="-1280" r="0" t="-12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716712" y="3278793"/>
            <a:ext cx="63991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-6666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-645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-564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59" name="Google Shape;159;p9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160" name="Google Shape;160;p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9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009633" y="3917592"/>
            <a:ext cx="76976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0" r="-5554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2616489" y="2245328"/>
            <a:ext cx="76976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-6347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232710" y="3317977"/>
            <a:ext cx="594885" cy="472249"/>
          </a:xfrm>
          <a:prstGeom prst="arc">
            <a:avLst>
              <a:gd fmla="val 12026981" name="adj1"/>
              <a:gd fmla="val 2131606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457989" y="302002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 rot="10800000">
            <a:off x="1779128" y="5309282"/>
            <a:ext cx="354892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70" name="Google Shape;170;p9"/>
          <p:cNvCxnSpPr/>
          <p:nvPr/>
        </p:nvCxnSpPr>
        <p:spPr>
          <a:xfrm rot="10800000">
            <a:off x="5513465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1" name="Google Shape;171;p9"/>
          <p:cNvSpPr/>
          <p:nvPr/>
        </p:nvSpPr>
        <p:spPr>
          <a:xfrm>
            <a:off x="5461289" y="4340828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2969027" y="5309282"/>
            <a:ext cx="835100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537229" y="3622813"/>
            <a:ext cx="790821" cy="1622969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9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5" name="Google Shape;175;p9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76" name="Google Shape;176;p9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7" name="Google Shape;177;p9"/>
          <p:cNvSpPr/>
          <p:nvPr/>
        </p:nvSpPr>
        <p:spPr>
          <a:xfrm>
            <a:off x="2515876" y="4784096"/>
            <a:ext cx="858312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10800000">
            <a:off x="1295366" y="507159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900141" y="4946403"/>
            <a:ext cx="769763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589" l="0" r="-555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526974" y="5262982"/>
            <a:ext cx="1016625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with a Value</a:t>
            </a:r>
            <a:endParaRPr/>
          </a:p>
        </p:txBody>
      </p:sp>
      <p:grpSp>
        <p:nvGrpSpPr>
          <p:cNvPr id="187" name="Google Shape;187;p10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188" name="Google Shape;188;p1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0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191" name="Google Shape;191;p1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0"/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0" r="-645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-564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97" name="Google Shape;197;p10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198" name="Google Shape;198;p1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0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009633" y="3917592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-5554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2616489" y="2245328"/>
            <a:ext cx="76976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-6347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 rot="10800000">
            <a:off x="1779128" y="5309282"/>
            <a:ext cx="283704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206" name="Google Shape;206;p10"/>
          <p:cNvCxnSpPr/>
          <p:nvPr/>
        </p:nvCxnSpPr>
        <p:spPr>
          <a:xfrm rot="10800000">
            <a:off x="4591854" y="3687209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07" name="Google Shape;207;p10"/>
          <p:cNvSpPr/>
          <p:nvPr/>
        </p:nvSpPr>
        <p:spPr>
          <a:xfrm>
            <a:off x="4539678" y="4357686"/>
            <a:ext cx="38343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2969027" y="5309282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09" name="Google Shape;209;p10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10" name="Google Shape;210;p10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11" name="Google Shape;211;p10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12" name="Google Shape;212;p10"/>
          <p:cNvSpPr/>
          <p:nvPr/>
        </p:nvSpPr>
        <p:spPr>
          <a:xfrm>
            <a:off x="2515876" y="4784096"/>
            <a:ext cx="858312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 rot="10800000">
            <a:off x="1295366" y="507159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00141" y="4946403"/>
            <a:ext cx="76976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589" l="0" r="-555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526974" y="5262982"/>
            <a:ext cx="1016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222" name="Google Shape;222;p11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23" name="Google Shape;223;p1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1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226" name="Google Shape;226;p1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1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499344" y="3039759"/>
            <a:ext cx="103746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31" name="Google Shape;231;p11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232" name="Google Shape;232;p1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/>
          <p:nvPr/>
        </p:nvSpPr>
        <p:spPr>
          <a:xfrm>
            <a:off x="1594161" y="4392120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192650" y="3981427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-555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 rot="1883024">
            <a:off x="1838578" y="4112335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 rot="-8468442">
            <a:off x="2743628" y="2762543"/>
            <a:ext cx="361851" cy="650364"/>
          </a:xfrm>
          <a:prstGeom prst="arc">
            <a:avLst>
              <a:gd fmla="val 13891194" name="adj1"/>
              <a:gd fmla="val 1756629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515582" y="3248612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43" name="Google Shape;243;p11"/>
          <p:cNvCxnSpPr/>
          <p:nvPr/>
        </p:nvCxnSpPr>
        <p:spPr>
          <a:xfrm rot="10800000">
            <a:off x="1815341" y="4500094"/>
            <a:ext cx="1116744" cy="2371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44" name="Google Shape;244;p11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5952791" y="1825625"/>
            <a:ext cx="5401009" cy="435133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789" r="-563" t="-6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11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248" name="Google Shape;248;p11"/>
            <p:cNvPicPr preferRelativeResize="0"/>
            <p:nvPr/>
          </p:nvPicPr>
          <p:blipFill rotWithShape="1">
            <a:blip r:embed="rId12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1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250" name="Google Shape;250;p11"/>
          <p:cNvSpPr/>
          <p:nvPr/>
        </p:nvSpPr>
        <p:spPr>
          <a:xfrm>
            <a:off x="1281046" y="5387393"/>
            <a:ext cx="1016625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454378" y="3409091"/>
            <a:ext cx="1440651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53" name="Google Shape;253;p11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54" name="Google Shape;254;p11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2515582" y="3358683"/>
            <a:ext cx="47000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2993053" y="3087453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5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262" name="Google Shape;262;p12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63" name="Google Shape;263;p1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2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266" name="Google Shape;266;p1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2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71" name="Google Shape;271;p12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272" name="Google Shape;272;p1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2"/>
          <p:cNvSpPr/>
          <p:nvPr/>
        </p:nvSpPr>
        <p:spPr>
          <a:xfrm>
            <a:off x="2192650" y="3981427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 rot="1883024">
            <a:off x="1838578" y="4112335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 rot="-8468442">
            <a:off x="2743628" y="2762543"/>
            <a:ext cx="361851" cy="650364"/>
          </a:xfrm>
          <a:prstGeom prst="arc">
            <a:avLst>
              <a:gd fmla="val 13891194" name="adj1"/>
              <a:gd fmla="val 1756629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2"/>
          <p:cNvCxnSpPr/>
          <p:nvPr/>
        </p:nvCxnSpPr>
        <p:spPr>
          <a:xfrm rot="10800000">
            <a:off x="1815341" y="4500094"/>
            <a:ext cx="1116744" cy="2371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81" name="Google Shape;281;p12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5952791" y="1825625"/>
            <a:ext cx="5401009" cy="435133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789" r="0" t="-8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2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285" name="Google Shape;285;p12"/>
            <p:cNvPicPr preferRelativeResize="0"/>
            <p:nvPr/>
          </p:nvPicPr>
          <p:blipFill rotWithShape="1">
            <a:blip r:embed="rId11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12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287" name="Google Shape;287;p12"/>
          <p:cNvSpPr/>
          <p:nvPr/>
        </p:nvSpPr>
        <p:spPr>
          <a:xfrm>
            <a:off x="10942622" y="5178304"/>
            <a:ext cx="1249378" cy="160043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89" name="Google Shape;289;p12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90" name="Google Shape;290;p12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296" name="Google Shape;296;p13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97" name="Google Shape;297;p1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3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00" name="Google Shape;300;p1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3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05" name="Google Shape;305;p13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06" name="Google Shape;306;p1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13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238262" y="3373326"/>
            <a:ext cx="447558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5835005" y="1825625"/>
            <a:ext cx="6023667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910" r="-2125" t="-8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16" name="Google Shape;316;p13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17" name="Google Shape;317;p13"/>
            <p:cNvPicPr preferRelativeResize="0"/>
            <p:nvPr/>
          </p:nvPicPr>
          <p:blipFill rotWithShape="1">
            <a:blip r:embed="rId10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13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319" name="Google Shape;319;p13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5835005" y="1825625"/>
            <a:ext cx="6023667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26" name="Google Shape;326;p14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27" name="Google Shape;327;p14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4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329" name="Google Shape;329;p14"/>
          <p:cNvSpPr/>
          <p:nvPr/>
        </p:nvSpPr>
        <p:spPr>
          <a:xfrm>
            <a:off x="10942622" y="4363492"/>
            <a:ext cx="1249378" cy="246221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30" name="Google Shape;330;p1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331" name="Google Shape;331;p1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4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34" name="Google Shape;334;p1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14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39" name="Google Shape;339;p14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40" name="Google Shape;340;p1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4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3238262" y="3373326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356" name="Google Shape;356;p1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59" name="Google Shape;359;p1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15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64" name="Google Shape;364;p15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65" name="Google Shape;365;p1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5"/>
          <p:cNvSpPr/>
          <p:nvPr/>
        </p:nvSpPr>
        <p:spPr>
          <a:xfrm>
            <a:off x="1594161" y="49183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285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3254860" y="3695387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5631210" y="1825625"/>
            <a:ext cx="5722590" cy="435133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916" r="-31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77" name="Google Shape;377;p15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78" name="Google Shape;378;p15"/>
          <p:cNvCxnSpPr/>
          <p:nvPr/>
        </p:nvCxnSpPr>
        <p:spPr>
          <a:xfrm rot="10800000">
            <a:off x="1815341" y="4500095"/>
            <a:ext cx="1118359" cy="332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79" name="Google Shape;379;p15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80" name="Google Shape;380;p15"/>
          <p:cNvCxnSpPr/>
          <p:nvPr/>
        </p:nvCxnSpPr>
        <p:spPr>
          <a:xfrm rot="10800000">
            <a:off x="1829765" y="44123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81" name="Google Shape;381;p15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82" name="Google Shape;382;p15"/>
          <p:cNvCxnSpPr/>
          <p:nvPr/>
        </p:nvCxnSpPr>
        <p:spPr>
          <a:xfrm rot="10800000">
            <a:off x="2876608" y="3700177"/>
            <a:ext cx="167966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383" name="Google Shape;383;p15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84" name="Google Shape;384;p15"/>
            <p:cNvPicPr preferRelativeResize="0"/>
            <p:nvPr/>
          </p:nvPicPr>
          <p:blipFill rotWithShape="1">
            <a:blip r:embed="rId1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15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cxnSp>
        <p:nvCxnSpPr>
          <p:cNvPr id="386" name="Google Shape;386;p15"/>
          <p:cNvCxnSpPr/>
          <p:nvPr/>
        </p:nvCxnSpPr>
        <p:spPr>
          <a:xfrm rot="10800000">
            <a:off x="1860933" y="5335915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87" name="Google Shape;387;p15"/>
          <p:cNvCxnSpPr/>
          <p:nvPr/>
        </p:nvCxnSpPr>
        <p:spPr>
          <a:xfrm rot="10800000">
            <a:off x="4547080" y="3689524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88" name="Google Shape;388;p15"/>
          <p:cNvSpPr/>
          <p:nvPr/>
        </p:nvSpPr>
        <p:spPr>
          <a:xfrm>
            <a:off x="2969027" y="5309282"/>
            <a:ext cx="1119217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8" l="0" r="-3802" t="-98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4478300" y="4340828"/>
            <a:ext cx="1380506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9" l="0" r="-3537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5"/>
          <p:cNvCxnSpPr/>
          <p:nvPr/>
        </p:nvCxnSpPr>
        <p:spPr>
          <a:xfrm flipH="1" rot="10800000">
            <a:off x="2371117" y="4392465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92" name="Google Shape;392;p15"/>
          <p:cNvSpPr/>
          <p:nvPr/>
        </p:nvSpPr>
        <p:spPr>
          <a:xfrm>
            <a:off x="2300215" y="4809974"/>
            <a:ext cx="858312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transform from top view</a:t>
            </a:r>
            <a:endParaRPr/>
          </a:p>
        </p:txBody>
      </p:sp>
      <p:grpSp>
        <p:nvGrpSpPr>
          <p:cNvPr id="398" name="Google Shape;398;p16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399" name="Google Shape;399;p1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6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402" name="Google Shape;402;p1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6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406" name="Google Shape;406;p1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6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0" name="Google Shape;410;p16"/>
          <p:cNvSpPr txBox="1"/>
          <p:nvPr/>
        </p:nvSpPr>
        <p:spPr>
          <a:xfrm>
            <a:off x="6036719" y="1825625"/>
            <a:ext cx="5664213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11" name="Google Shape;411;p16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412" name="Google Shape;412;p16"/>
            <p:cNvPicPr preferRelativeResize="0"/>
            <p:nvPr/>
          </p:nvPicPr>
          <p:blipFill rotWithShape="1">
            <a:blip r:embed="rId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16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414" name="Google Shape;414;p16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16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416" name="Google Shape;416;p16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6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16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6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3" name="Google Shape;423;p16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5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24" name="Google Shape;424;p16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5" name="Google Shape;425;p16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27" name="Google Shape;427;p16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8" name="Google Shape;428;p16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00141" y="2881932"/>
            <a:ext cx="769763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666" l="0" r="-5554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6036719" y="1825625"/>
            <a:ext cx="566421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40" name="Google Shape;440;p17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441" name="Google Shape;441;p17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17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443" name="Google Shape;443;p17"/>
          <p:cNvSpPr/>
          <p:nvPr/>
        </p:nvSpPr>
        <p:spPr>
          <a:xfrm>
            <a:off x="10942622" y="3974195"/>
            <a:ext cx="1249378" cy="2893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44" name="Google Shape;444;p17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445" name="Google Shape;445;p1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17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448" name="Google Shape;448;p1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17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452" name="Google Shape;452;p1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17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17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458" name="Google Shape;458;p17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17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7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65" name="Google Shape;465;p17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5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66" name="Google Shape;466;p17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67" name="Google Shape;467;p17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69" name="Google Shape;469;p17"/>
          <p:cNvCxnSpPr/>
          <p:nvPr/>
        </p:nvCxnSpPr>
        <p:spPr>
          <a:xfrm rot="10800000">
            <a:off x="1779128" y="3192606"/>
            <a:ext cx="283990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70" name="Google Shape;470;p17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 rot="2344324">
            <a:off x="1747233" y="309402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900141" y="2881932"/>
            <a:ext cx="769763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6666" l="0" r="-5554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Inverse or Reverse kinematics using trigonometry </a:t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933254" y="3985430"/>
            <a:ext cx="9690754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92" l="-1257" r="0" t="-57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 (coordinate to angle)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6047715" y="1936750"/>
            <a:ext cx="591191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88" name="Google Shape;488;p19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489" name="Google Shape;489;p1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" name="Google Shape;491;p19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492" name="Google Shape;492;p1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19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0" r="-645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-564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 rot="10800000">
            <a:off x="1270653" y="508565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8" name="Google Shape;498;p19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499" name="Google Shape;499;p1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19"/>
          <p:cNvSpPr/>
          <p:nvPr/>
        </p:nvSpPr>
        <p:spPr>
          <a:xfrm>
            <a:off x="1805916" y="5305517"/>
            <a:ext cx="64312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-7546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2009633" y="391759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0" r="-7617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2616489" y="2245328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-7546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9"/>
          <p:cNvCxnSpPr/>
          <p:nvPr/>
        </p:nvCxnSpPr>
        <p:spPr>
          <a:xfrm rot="10800000">
            <a:off x="4547911" y="3677713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08" name="Google Shape;508;p19"/>
          <p:cNvSpPr/>
          <p:nvPr/>
        </p:nvSpPr>
        <p:spPr>
          <a:xfrm>
            <a:off x="4521135" y="4348189"/>
            <a:ext cx="41457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09" name="Google Shape;509;p19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0" name="Google Shape;510;p19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11" name="Google Shape;511;p19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2" name="Google Shape;512;p19"/>
          <p:cNvSpPr/>
          <p:nvPr/>
        </p:nvSpPr>
        <p:spPr>
          <a:xfrm>
            <a:off x="25158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13" name="Google Shape;513;p19"/>
          <p:cNvCxnSpPr/>
          <p:nvPr/>
        </p:nvCxnSpPr>
        <p:spPr>
          <a:xfrm rot="10800000">
            <a:off x="1804365" y="529389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4" name="Google Shape;514;p19"/>
          <p:cNvSpPr/>
          <p:nvPr/>
        </p:nvSpPr>
        <p:spPr>
          <a:xfrm>
            <a:off x="3264021" y="5245782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5" name="Google Shape;515;p19"/>
          <p:cNvSpPr/>
          <p:nvPr/>
        </p:nvSpPr>
        <p:spPr>
          <a:xfrm>
            <a:off x="4547911" y="3371467"/>
            <a:ext cx="962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(X, Y, Z)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 Example value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6436442" y="1936750"/>
            <a:ext cx="3762375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523" name="Google Shape;523;p20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524" name="Google Shape;524;p2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p20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527" name="Google Shape;527;p2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20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0" r="-645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-564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 rot="10800000">
            <a:off x="1270653" y="508565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3" name="Google Shape;533;p20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534" name="Google Shape;534;p2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0"/>
          <p:cNvSpPr/>
          <p:nvPr/>
        </p:nvSpPr>
        <p:spPr>
          <a:xfrm>
            <a:off x="1805916" y="5305517"/>
            <a:ext cx="64312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-7546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2009633" y="391759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0" r="-7617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2616489" y="2245328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-7546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1" name="Google Shape;541;p20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20"/>
          <p:cNvCxnSpPr/>
          <p:nvPr/>
        </p:nvCxnSpPr>
        <p:spPr>
          <a:xfrm rot="10800000">
            <a:off x="4547911" y="3677713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3" name="Google Shape;543;p20"/>
          <p:cNvSpPr/>
          <p:nvPr/>
        </p:nvSpPr>
        <p:spPr>
          <a:xfrm>
            <a:off x="4521135" y="4348189"/>
            <a:ext cx="41457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4" name="Google Shape;544;p20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5" name="Google Shape;545;p20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6" name="Google Shape;546;p20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7" name="Google Shape;547;p20"/>
          <p:cNvSpPr/>
          <p:nvPr/>
        </p:nvSpPr>
        <p:spPr>
          <a:xfrm>
            <a:off x="25158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8" name="Google Shape;548;p20"/>
          <p:cNvCxnSpPr/>
          <p:nvPr/>
        </p:nvCxnSpPr>
        <p:spPr>
          <a:xfrm rot="10800000">
            <a:off x="1804365" y="529389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9" name="Google Shape;549;p20"/>
          <p:cNvSpPr/>
          <p:nvPr/>
        </p:nvSpPr>
        <p:spPr>
          <a:xfrm>
            <a:off x="3264021" y="5245782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4547911" y="3371467"/>
            <a:ext cx="962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(X, Y, Z)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sp>
        <p:nvSpPr>
          <p:cNvPr id="556" name="Google Shape;556;p21"/>
          <p:cNvSpPr txBox="1"/>
          <p:nvPr/>
        </p:nvSpPr>
        <p:spPr>
          <a:xfrm>
            <a:off x="6121166" y="2029885"/>
            <a:ext cx="4695719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557" name="Google Shape;557;p21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558" name="Google Shape;558;p2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21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562" name="Google Shape;562;p21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21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564" name="Google Shape;564;p21"/>
          <p:cNvSpPr/>
          <p:nvPr/>
        </p:nvSpPr>
        <p:spPr>
          <a:xfrm>
            <a:off x="4492078" y="2204529"/>
            <a:ext cx="3834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65" name="Google Shape;565;p21"/>
          <p:cNvCxnSpPr/>
          <p:nvPr/>
        </p:nvCxnSpPr>
        <p:spPr>
          <a:xfrm rot="10800000">
            <a:off x="4563944" y="1533856"/>
            <a:ext cx="0" cy="161218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566" name="Google Shape;566;p21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567" name="Google Shape;567;p2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21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570" name="Google Shape;570;p2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21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21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576" name="Google Shape;576;p21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" name="Google Shape;578;p21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21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3" name="Google Shape;583;p21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5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84" name="Google Shape;584;p21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5" name="Google Shape;585;p21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87" name="Google Shape;587;p21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8" name="Google Shape;588;p21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900141" y="2881932"/>
            <a:ext cx="473206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6121166" y="2029885"/>
            <a:ext cx="4695719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00" name="Google Shape;600;p22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601" name="Google Shape;601;p2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22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605" name="Google Shape;605;p22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22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07" name="Google Shape;607;p22"/>
          <p:cNvSpPr/>
          <p:nvPr/>
        </p:nvSpPr>
        <p:spPr>
          <a:xfrm>
            <a:off x="10860418" y="4826675"/>
            <a:ext cx="1233799" cy="20313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4492078" y="2204529"/>
            <a:ext cx="38343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09" name="Google Shape;609;p22"/>
          <p:cNvCxnSpPr/>
          <p:nvPr/>
        </p:nvCxnSpPr>
        <p:spPr>
          <a:xfrm rot="10800000">
            <a:off x="4563944" y="1533856"/>
            <a:ext cx="0" cy="161218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610" name="Google Shape;610;p22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611" name="Google Shape;611;p2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22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614" name="Google Shape;614;p2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7" name="Google Shape;617;p22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8" name="Google Shape;618;p22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22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620" name="Google Shape;620;p22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2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22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22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27" name="Google Shape;627;p22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5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28" name="Google Shape;628;p22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29" name="Google Shape;629;p22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0" name="Google Shape;630;p22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31" name="Google Shape;631;p22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32" name="Google Shape;632;p22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3" name="Google Shape;633;p22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900141" y="2881932"/>
            <a:ext cx="473206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6436442" y="1936750"/>
            <a:ext cx="5645491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44" name="Google Shape;644;p23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645" name="Google Shape;645;p2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p23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648" name="Google Shape;648;p2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23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2" name="Google Shape;652;p23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53" name="Google Shape;653;p23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654" name="Google Shape;654;p2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23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>
            <a:off x="1360288" y="386697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-7546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>
            <a:off x="2667289" y="2435826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6" l="0" r="-7617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0" name="Google Shape;660;p23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23"/>
          <p:cNvCxnSpPr/>
          <p:nvPr/>
        </p:nvCxnSpPr>
        <p:spPr>
          <a:xfrm flipH="1" rot="10800000">
            <a:off x="4136178" y="43792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662" name="Google Shape;662;p23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663" name="Google Shape;663;p23"/>
          <p:cNvCxnSpPr/>
          <p:nvPr/>
        </p:nvCxnSpPr>
        <p:spPr>
          <a:xfrm rot="10800000">
            <a:off x="1860933" y="443466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64" name="Google Shape;664;p23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3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8" name="Google Shape;668;p23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23"/>
          <p:cNvSpPr/>
          <p:nvPr/>
        </p:nvSpPr>
        <p:spPr>
          <a:xfrm>
            <a:off x="3357889" y="4334565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3773176" y="4784096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1" name="Google Shape;671;p23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72" name="Google Shape;672;p23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673" name="Google Shape;673;p23"/>
            <p:cNvPicPr preferRelativeResize="0"/>
            <p:nvPr/>
          </p:nvPicPr>
          <p:blipFill rotWithShape="1">
            <a:blip r:embed="rId1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23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75" name="Google Shape;675;p23"/>
          <p:cNvSpPr/>
          <p:nvPr/>
        </p:nvSpPr>
        <p:spPr>
          <a:xfrm>
            <a:off x="4626109" y="3408386"/>
            <a:ext cx="97815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9" l="-5623" r="-187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76" name="Google Shape;676;p23"/>
          <p:cNvCxnSpPr/>
          <p:nvPr/>
        </p:nvCxnSpPr>
        <p:spPr>
          <a:xfrm flipH="1" rot="10800000">
            <a:off x="4424359" y="3575406"/>
            <a:ext cx="4022" cy="86649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6436442" y="1936750"/>
            <a:ext cx="5645491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83" name="Google Shape;683;p2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684" name="Google Shape;684;p2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6" name="Google Shape;686;p24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687" name="Google Shape;687;p2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0" name="Google Shape;690;p24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24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92" name="Google Shape;692;p24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693" name="Google Shape;693;p2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24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8" name="Google Shape;698;p24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24"/>
          <p:cNvCxnSpPr/>
          <p:nvPr/>
        </p:nvCxnSpPr>
        <p:spPr>
          <a:xfrm flipH="1" rot="10800000">
            <a:off x="4136178" y="43792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700" name="Google Shape;700;p24"/>
          <p:cNvCxnSpPr/>
          <p:nvPr/>
        </p:nvCxnSpPr>
        <p:spPr>
          <a:xfrm rot="10800000">
            <a:off x="1829765" y="44123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01" name="Google Shape;701;p24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4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4" name="Google Shape;704;p24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5" name="Google Shape;705;p24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6" name="Google Shape;706;p24"/>
          <p:cNvSpPr/>
          <p:nvPr/>
        </p:nvSpPr>
        <p:spPr>
          <a:xfrm>
            <a:off x="37731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7" name="Google Shape;707;p24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08" name="Google Shape;708;p24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709" name="Google Shape;709;p24"/>
            <p:cNvPicPr preferRelativeResize="0"/>
            <p:nvPr/>
          </p:nvPicPr>
          <p:blipFill rotWithShape="1">
            <a:blip r:embed="rId13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24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cxnSp>
        <p:nvCxnSpPr>
          <p:cNvPr id="711" name="Google Shape;711;p24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12" name="Google Shape;712;p24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13" name="Google Shape;713;p24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14" name="Google Shape;714;p24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5" name="Google Shape;715;p24"/>
          <p:cNvSpPr/>
          <p:nvPr/>
        </p:nvSpPr>
        <p:spPr>
          <a:xfrm>
            <a:off x="10499006" y="4057333"/>
            <a:ext cx="1359667" cy="2585323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24"/>
          <p:cNvSpPr/>
          <p:nvPr/>
        </p:nvSpPr>
        <p:spPr>
          <a:xfrm>
            <a:off x="4884873" y="1231260"/>
            <a:ext cx="1359667" cy="3139321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7" name="Google Shape;717;p24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grpSp>
        <p:nvGrpSpPr>
          <p:cNvPr id="723" name="Google Shape;723;p25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724" name="Google Shape;724;p2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25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727" name="Google Shape;727;p2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0" name="Google Shape;730;p25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31" name="Google Shape;731;p25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732" name="Google Shape;732;p2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" name="Google Shape;735;p25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7" name="Google Shape;737;p25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2" name="Google Shape;742;p25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3" name="Google Shape;743;p25"/>
          <p:cNvSpPr txBox="1"/>
          <p:nvPr/>
        </p:nvSpPr>
        <p:spPr>
          <a:xfrm>
            <a:off x="5988777" y="1976666"/>
            <a:ext cx="5365024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46" name="Google Shape;746;p25"/>
          <p:cNvGrpSpPr/>
          <p:nvPr/>
        </p:nvGrpSpPr>
        <p:grpSpPr>
          <a:xfrm>
            <a:off x="8520254" y="197459"/>
            <a:ext cx="2833546" cy="1603560"/>
            <a:chOff x="3685082" y="689878"/>
            <a:chExt cx="2833546" cy="1603560"/>
          </a:xfrm>
        </p:grpSpPr>
        <p:sp>
          <p:nvSpPr>
            <p:cNvPr id="747" name="Google Shape;747;p25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5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5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5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60" name="Google Shape;760;p25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61" name="Google Shape;761;p25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62" name="Google Shape;762;p25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63" name="Google Shape;763;p25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770" name="Google Shape;770;p26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771" name="Google Shape;771;p2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3" name="Google Shape;773;p26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774" name="Google Shape;774;p2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26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78" name="Google Shape;778;p26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779" name="Google Shape;779;p2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26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3" name="Google Shape;783;p26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4" name="Google Shape;784;p26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6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8" name="Google Shape;788;p26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0" name="Google Shape;790;p26"/>
          <p:cNvSpPr txBox="1"/>
          <p:nvPr/>
        </p:nvSpPr>
        <p:spPr>
          <a:xfrm>
            <a:off x="5988777" y="2052866"/>
            <a:ext cx="5364900" cy="43512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5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1" name="Google Shape;791;p26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93" name="Google Shape;793;p26"/>
          <p:cNvGrpSpPr/>
          <p:nvPr/>
        </p:nvGrpSpPr>
        <p:grpSpPr>
          <a:xfrm>
            <a:off x="8520254" y="45059"/>
            <a:ext cx="2833546" cy="1603560"/>
            <a:chOff x="3685082" y="689878"/>
            <a:chExt cx="2833546" cy="1603560"/>
          </a:xfrm>
        </p:grpSpPr>
        <p:sp>
          <p:nvSpPr>
            <p:cNvPr id="794" name="Google Shape;794;p26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26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26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26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07" name="Google Shape;807;p26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08" name="Google Shape;808;p26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809" name="Google Shape;809;p26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10" name="Google Shape;810;p26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1" name="Google Shape;811;p26"/>
          <p:cNvSpPr/>
          <p:nvPr/>
        </p:nvSpPr>
        <p:spPr>
          <a:xfrm>
            <a:off x="10650326" y="3497811"/>
            <a:ext cx="1359667" cy="3139321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2" name="Google Shape;812;p26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818" name="Google Shape;818;p27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819" name="Google Shape;819;p2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1" name="Google Shape;821;p27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822" name="Google Shape;822;p2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5" name="Google Shape;825;p27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826" name="Google Shape;826;p27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827" name="Google Shape;827;p2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0" name="Google Shape;830;p27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2" name="Google Shape;832;p27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6" name="Google Shape;836;p27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8" name="Google Shape;838;p27"/>
          <p:cNvSpPr txBox="1"/>
          <p:nvPr/>
        </p:nvSpPr>
        <p:spPr>
          <a:xfrm>
            <a:off x="5988777" y="1976666"/>
            <a:ext cx="5365024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5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9" name="Google Shape;839;p27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841" name="Google Shape;841;p27"/>
          <p:cNvGrpSpPr/>
          <p:nvPr/>
        </p:nvGrpSpPr>
        <p:grpSpPr>
          <a:xfrm>
            <a:off x="8520254" y="197459"/>
            <a:ext cx="2833546" cy="1603560"/>
            <a:chOff x="3685082" y="689878"/>
            <a:chExt cx="2833546" cy="1603560"/>
          </a:xfrm>
        </p:grpSpPr>
        <p:sp>
          <p:nvSpPr>
            <p:cNvPr id="842" name="Google Shape;842;p27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5" name="Google Shape;855;p27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56" name="Google Shape;856;p27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857" name="Google Shape;857;p27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58" name="Google Shape;858;p27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9" name="Google Shape;859;p27"/>
          <p:cNvSpPr/>
          <p:nvPr/>
        </p:nvSpPr>
        <p:spPr>
          <a:xfrm>
            <a:off x="10650326" y="3497811"/>
            <a:ext cx="1359667" cy="3139321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0" name="Google Shape;860;p27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8"/>
          <p:cNvSpPr txBox="1"/>
          <p:nvPr/>
        </p:nvSpPr>
        <p:spPr>
          <a:xfrm>
            <a:off x="9941730" y="279147"/>
            <a:ext cx="194733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7" name="Google Shape;867;p28"/>
          <p:cNvSpPr txBox="1"/>
          <p:nvPr/>
        </p:nvSpPr>
        <p:spPr>
          <a:xfrm>
            <a:off x="4742430" y="484869"/>
            <a:ext cx="4900381" cy="57465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29" l="-1989" r="0" t="-24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868" name="Google Shape;868;p28"/>
          <p:cNvGrpSpPr/>
          <p:nvPr/>
        </p:nvGrpSpPr>
        <p:grpSpPr>
          <a:xfrm>
            <a:off x="8978243" y="5253133"/>
            <a:ext cx="2782405" cy="1436053"/>
            <a:chOff x="7061201" y="2351087"/>
            <a:chExt cx="2782405" cy="1436053"/>
          </a:xfrm>
        </p:grpSpPr>
        <p:pic>
          <p:nvPicPr>
            <p:cNvPr descr="Sine-Cosine-Tangent" id="869" name="Google Shape;869;p28"/>
            <p:cNvPicPr preferRelativeResize="0"/>
            <p:nvPr/>
          </p:nvPicPr>
          <p:blipFill rotWithShape="1">
            <a:blip r:embed="rId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28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871" name="Google Shape;87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8145" y="4402674"/>
            <a:ext cx="2271597" cy="213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258" y="1613784"/>
            <a:ext cx="3032917" cy="270159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9"/>
          <p:cNvSpPr txBox="1"/>
          <p:nvPr>
            <p:ph type="title"/>
          </p:nvPr>
        </p:nvSpPr>
        <p:spPr>
          <a:xfrm>
            <a:off x="831850" y="1709739"/>
            <a:ext cx="10515600" cy="1525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End of Forward and Inverse Kinematics using trigonometry</a:t>
            </a:r>
            <a:endParaRPr/>
          </a:p>
        </p:txBody>
      </p:sp>
      <p:sp>
        <p:nvSpPr>
          <p:cNvPr id="879" name="Google Shape;879;p29"/>
          <p:cNvSpPr/>
          <p:nvPr/>
        </p:nvSpPr>
        <p:spPr>
          <a:xfrm>
            <a:off x="3663058" y="3244334"/>
            <a:ext cx="48658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https://www.youtube.com/watch?v=1-FJhmey7vk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Forward kinematics using DH parameter and Homogeneous transformation matrix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890" name="Google Shape;890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Forward kinematics refers to process of obtaining position and velocity of end effector, given the known joint angles and angular velocities.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example, if shoulder and elbow joint angles are given for arm in sagittal plane, the goal is to find Cartesian coordinates of wrist/fist.</a:t>
            </a:r>
            <a:endParaRPr/>
          </a:p>
        </p:txBody>
      </p:sp>
      <p:pic>
        <p:nvPicPr>
          <p:cNvPr id="891" name="Google Shape;891;p3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0582" y="1239029"/>
            <a:ext cx="2481116" cy="2223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741" y="4149306"/>
            <a:ext cx="4821834" cy="196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898" name="Google Shape;898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99" name="Google Shape;899;p32"/>
          <p:cNvSpPr/>
          <p:nvPr/>
        </p:nvSpPr>
        <p:spPr>
          <a:xfrm>
            <a:off x="3542730" y="5150772"/>
            <a:ext cx="50547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https://www.youtube.com/watch?v=D3w3ZANOy3s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(Denavit-Hartenberg) parameters</a:t>
            </a:r>
            <a:endParaRPr/>
          </a:p>
        </p:txBody>
      </p:sp>
      <p:sp>
        <p:nvSpPr>
          <p:cNvPr id="905" name="Google Shape;905;p33"/>
          <p:cNvSpPr txBox="1"/>
          <p:nvPr>
            <p:ph idx="1" type="body"/>
          </p:nvPr>
        </p:nvSpPr>
        <p:spPr>
          <a:xfrm>
            <a:off x="838200" y="2608027"/>
            <a:ext cx="5181600" cy="35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DH parameters are used in robot manipulator to describe the axis orientations and arm lengths. The 4 DH parameters are called theta, d, alpha and a. DOF stands for degrees of freedom.</a:t>
            </a:r>
            <a:endParaRPr/>
          </a:p>
        </p:txBody>
      </p:sp>
      <p:pic>
        <p:nvPicPr>
          <p:cNvPr descr="Robot with six degrees of freedom and its Denavit – Hartenberg... |  Download Scientific Diagram" id="906" name="Google Shape;906;p3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640" y="1804946"/>
            <a:ext cx="4884685" cy="402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grpSp>
        <p:nvGrpSpPr>
          <p:cNvPr id="912" name="Google Shape;912;p3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913" name="Google Shape;913;p3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" name="Google Shape;915;p34"/>
          <p:cNvSpPr/>
          <p:nvPr/>
        </p:nvSpPr>
        <p:spPr>
          <a:xfrm rot="10800000">
            <a:off x="1295366" y="5011217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4"/>
          <p:cNvSpPr/>
          <p:nvPr/>
        </p:nvSpPr>
        <p:spPr>
          <a:xfrm>
            <a:off x="1805916" y="4903267"/>
            <a:ext cx="47320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917" name="Google Shape;917;p34"/>
          <p:cNvGrpSpPr/>
          <p:nvPr/>
        </p:nvGrpSpPr>
        <p:grpSpPr>
          <a:xfrm rot="-1448462">
            <a:off x="936016" y="1627856"/>
            <a:ext cx="3900838" cy="2326745"/>
            <a:chOff x="1462078" y="2245328"/>
            <a:chExt cx="3900838" cy="2326745"/>
          </a:xfrm>
        </p:grpSpPr>
        <p:grpSp>
          <p:nvGrpSpPr>
            <p:cNvPr id="918" name="Google Shape;918;p34"/>
            <p:cNvGrpSpPr/>
            <p:nvPr/>
          </p:nvGrpSpPr>
          <p:grpSpPr>
            <a:xfrm rot="3854512">
              <a:off x="2957331" y="2593580"/>
              <a:ext cx="1543376" cy="1287625"/>
              <a:chOff x="3550777" y="2949437"/>
              <a:chExt cx="1543376" cy="1287625"/>
            </a:xfrm>
          </p:grpSpPr>
          <p:sp>
            <p:nvSpPr>
              <p:cNvPr id="919" name="Google Shape;919;p3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3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3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2" name="Google Shape;922;p34"/>
            <p:cNvGrpSpPr/>
            <p:nvPr/>
          </p:nvGrpSpPr>
          <p:grpSpPr>
            <a:xfrm rot="-1510188">
              <a:off x="4522958" y="3403633"/>
              <a:ext cx="784883" cy="434220"/>
              <a:chOff x="6531536" y="2870500"/>
              <a:chExt cx="784883" cy="434220"/>
            </a:xfrm>
          </p:grpSpPr>
          <p:sp>
            <p:nvSpPr>
              <p:cNvPr id="923" name="Google Shape;923;p34"/>
              <p:cNvSpPr/>
              <p:nvPr/>
            </p:nvSpPr>
            <p:spPr>
              <a:xfrm rot="1495015">
                <a:off x="6512497" y="3044178"/>
                <a:ext cx="82296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4"/>
              <p:cNvSpPr/>
              <p:nvPr/>
            </p:nvSpPr>
            <p:spPr>
              <a:xfrm rot="3854512">
                <a:off x="7209652" y="3192326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34"/>
              <p:cNvSpPr/>
              <p:nvPr/>
            </p:nvSpPr>
            <p:spPr>
              <a:xfrm rot="3854512">
                <a:off x="6554791" y="2885826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6" name="Google Shape;926;p34"/>
            <p:cNvSpPr/>
            <p:nvPr/>
          </p:nvSpPr>
          <p:spPr>
            <a:xfrm>
              <a:off x="4716712" y="3278793"/>
              <a:ext cx="460382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3578635" y="2868060"/>
              <a:ext cx="460382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1838674" y="3145905"/>
              <a:ext cx="460382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929" name="Google Shape;929;p34"/>
            <p:cNvGrpSpPr/>
            <p:nvPr/>
          </p:nvGrpSpPr>
          <p:grpSpPr>
            <a:xfrm rot="-877931">
              <a:off x="1599685" y="2949240"/>
              <a:ext cx="1543376" cy="1287625"/>
              <a:chOff x="3550777" y="2949437"/>
              <a:chExt cx="1543376" cy="1287625"/>
            </a:xfrm>
          </p:grpSpPr>
          <p:sp>
            <p:nvSpPr>
              <p:cNvPr id="930" name="Google Shape;930;p3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3" name="Google Shape;933;p34"/>
            <p:cNvSpPr/>
            <p:nvPr/>
          </p:nvSpPr>
          <p:spPr>
            <a:xfrm rot="1883024">
              <a:off x="1567303" y="3979471"/>
              <a:ext cx="594885" cy="472249"/>
            </a:xfrm>
            <a:prstGeom prst="arc">
              <a:avLst>
                <a:gd fmla="val 12026981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2009633" y="3917592"/>
              <a:ext cx="473206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2616489" y="2245328"/>
              <a:ext cx="473206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 rot="1883024">
              <a:off x="2712020" y="2675972"/>
              <a:ext cx="594885" cy="472249"/>
            </a:xfrm>
            <a:prstGeom prst="arc">
              <a:avLst>
                <a:gd fmla="val 12026981" name="adj1"/>
                <a:gd fmla="val 6408775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4232710" y="3317977"/>
              <a:ext cx="594885" cy="472249"/>
            </a:xfrm>
            <a:prstGeom prst="arc">
              <a:avLst>
                <a:gd fmla="val 12026981" name="adj1"/>
                <a:gd fmla="val 21316069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4457989" y="3020028"/>
              <a:ext cx="473206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939" name="Google Shape;939;p34"/>
          <p:cNvSpPr/>
          <p:nvPr/>
        </p:nvSpPr>
        <p:spPr>
          <a:xfrm>
            <a:off x="2082377" y="3923064"/>
            <a:ext cx="11972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1 &amp; 2</a:t>
            </a:r>
            <a:endParaRPr/>
          </a:p>
        </p:txBody>
      </p:sp>
      <p:sp>
        <p:nvSpPr>
          <p:cNvPr id="940" name="Google Shape;940;p34"/>
          <p:cNvSpPr/>
          <p:nvPr/>
        </p:nvSpPr>
        <p:spPr>
          <a:xfrm>
            <a:off x="1669169" y="2350359"/>
            <a:ext cx="812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3</a:t>
            </a:r>
            <a:endParaRPr/>
          </a:p>
        </p:txBody>
      </p:sp>
      <p:sp>
        <p:nvSpPr>
          <p:cNvPr id="941" name="Google Shape;941;p34"/>
          <p:cNvSpPr/>
          <p:nvPr/>
        </p:nvSpPr>
        <p:spPr>
          <a:xfrm>
            <a:off x="3763491" y="2502759"/>
            <a:ext cx="812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4</a:t>
            </a:r>
            <a:endParaRPr/>
          </a:p>
        </p:txBody>
      </p:sp>
      <p:grpSp>
        <p:nvGrpSpPr>
          <p:cNvPr id="942" name="Google Shape;942;p34"/>
          <p:cNvGrpSpPr/>
          <p:nvPr/>
        </p:nvGrpSpPr>
        <p:grpSpPr>
          <a:xfrm>
            <a:off x="5722130" y="2177592"/>
            <a:ext cx="1664158" cy="1403081"/>
            <a:chOff x="7126724" y="1894787"/>
            <a:chExt cx="1664158" cy="1403081"/>
          </a:xfrm>
        </p:grpSpPr>
        <p:grpSp>
          <p:nvGrpSpPr>
            <p:cNvPr id="943" name="Google Shape;943;p34"/>
            <p:cNvGrpSpPr/>
            <p:nvPr/>
          </p:nvGrpSpPr>
          <p:grpSpPr>
            <a:xfrm>
              <a:off x="7126724" y="1894787"/>
              <a:ext cx="1470522" cy="1370086"/>
              <a:chOff x="546815" y="3846136"/>
              <a:chExt cx="1470522" cy="1370086"/>
            </a:xfrm>
          </p:grpSpPr>
          <p:grpSp>
            <p:nvGrpSpPr>
              <p:cNvPr id="944" name="Google Shape;944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45" name="Google Shape;945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46" name="Google Shape;946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47" name="Google Shape;947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546815" y="4133595"/>
                <a:ext cx="474809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949" name="Google Shape;949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252977" y="2928536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1</a:t>
              </a:r>
              <a:endParaRPr/>
            </a:p>
          </p:txBody>
        </p:sp>
        <p:cxnSp>
          <p:nvCxnSpPr>
            <p:cNvPr id="951" name="Google Shape;951;p34"/>
            <p:cNvCxnSpPr/>
            <p:nvPr/>
          </p:nvCxnSpPr>
          <p:spPr>
            <a:xfrm flipH="1" rot="10800000">
              <a:off x="7553475" y="2262434"/>
              <a:ext cx="864662" cy="651993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52" name="Google Shape;952;p34"/>
            <p:cNvSpPr/>
            <p:nvPr/>
          </p:nvSpPr>
          <p:spPr>
            <a:xfrm>
              <a:off x="8316073" y="2296941"/>
              <a:ext cx="474809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53" name="Google Shape;953;p34"/>
          <p:cNvGrpSpPr/>
          <p:nvPr/>
        </p:nvGrpSpPr>
        <p:grpSpPr>
          <a:xfrm>
            <a:off x="9183338" y="2207443"/>
            <a:ext cx="1772180" cy="1657547"/>
            <a:chOff x="6825066" y="1894787"/>
            <a:chExt cx="1772180" cy="1657547"/>
          </a:xfrm>
        </p:grpSpPr>
        <p:grpSp>
          <p:nvGrpSpPr>
            <p:cNvPr id="954" name="Google Shape;954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55" name="Google Shape;955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56" name="Google Shape;956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57" name="Google Shape;957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58" name="Google Shape;958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59" name="Google Shape;959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960" name="Google Shape;960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2</a:t>
              </a:r>
              <a:endParaRPr/>
            </a:p>
          </p:txBody>
        </p:sp>
        <p:cxnSp>
          <p:nvCxnSpPr>
            <p:cNvPr id="962" name="Google Shape;962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63" name="Google Shape;963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64" name="Google Shape;964;p34"/>
          <p:cNvGrpSpPr/>
          <p:nvPr/>
        </p:nvGrpSpPr>
        <p:grpSpPr>
          <a:xfrm>
            <a:off x="5546163" y="4103802"/>
            <a:ext cx="1772180" cy="1657547"/>
            <a:chOff x="6825066" y="1894787"/>
            <a:chExt cx="1772180" cy="1657547"/>
          </a:xfrm>
        </p:grpSpPr>
        <p:grpSp>
          <p:nvGrpSpPr>
            <p:cNvPr id="965" name="Google Shape;965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66" name="Google Shape;966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67" name="Google Shape;967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68" name="Google Shape;968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69" name="Google Shape;969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70" name="Google Shape;970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971" name="Google Shape;971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3</a:t>
              </a:r>
              <a:endParaRPr/>
            </a:p>
          </p:txBody>
        </p:sp>
        <p:cxnSp>
          <p:nvCxnSpPr>
            <p:cNvPr id="973" name="Google Shape;973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74" name="Google Shape;974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75" name="Google Shape;975;p34"/>
          <p:cNvGrpSpPr/>
          <p:nvPr/>
        </p:nvGrpSpPr>
        <p:grpSpPr>
          <a:xfrm>
            <a:off x="8949239" y="4198070"/>
            <a:ext cx="1772180" cy="1657547"/>
            <a:chOff x="6825066" y="1894787"/>
            <a:chExt cx="1772180" cy="1657547"/>
          </a:xfrm>
        </p:grpSpPr>
        <p:grpSp>
          <p:nvGrpSpPr>
            <p:cNvPr id="976" name="Google Shape;976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77" name="Google Shape;977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78" name="Google Shape;978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79" name="Google Shape;979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80" name="Google Shape;980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81" name="Google Shape;981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982" name="Google Shape;982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4</a:t>
              </a:r>
              <a:endParaRPr/>
            </a:p>
          </p:txBody>
        </p:sp>
        <p:cxnSp>
          <p:nvCxnSpPr>
            <p:cNvPr id="984" name="Google Shape;984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85" name="Google Shape;985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986" name="Google Shape;986;p34"/>
          <p:cNvSpPr/>
          <p:nvPr/>
        </p:nvSpPr>
        <p:spPr>
          <a:xfrm>
            <a:off x="782820" y="4505274"/>
            <a:ext cx="383438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calculation for two points</a:t>
            </a:r>
            <a:endParaRPr/>
          </a:p>
        </p:txBody>
      </p:sp>
      <p:sp>
        <p:nvSpPr>
          <p:cNvPr id="992" name="Google Shape;992;p35"/>
          <p:cNvSpPr txBox="1"/>
          <p:nvPr>
            <p:ph idx="1" type="body"/>
          </p:nvPr>
        </p:nvSpPr>
        <p:spPr>
          <a:xfrm>
            <a:off x="404567" y="1825625"/>
            <a:ext cx="5025272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8" l="-2181" r="-145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993" name="Google Shape;993;p35"/>
          <p:cNvSpPr txBox="1"/>
          <p:nvPr>
            <p:ph idx="2" type="body"/>
          </p:nvPr>
        </p:nvSpPr>
        <p:spPr>
          <a:xfrm>
            <a:off x="5524107" y="1825625"/>
            <a:ext cx="5829693" cy="46115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80" r="-938" t="-21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Transform arm to find DH parameters </a:t>
            </a:r>
            <a:endParaRPr/>
          </a:p>
        </p:txBody>
      </p:sp>
      <p:grpSp>
        <p:nvGrpSpPr>
          <p:cNvPr id="999" name="Google Shape;999;p36"/>
          <p:cNvGrpSpPr/>
          <p:nvPr/>
        </p:nvGrpSpPr>
        <p:grpSpPr>
          <a:xfrm>
            <a:off x="459949" y="3315932"/>
            <a:ext cx="1016949" cy="1024872"/>
            <a:chOff x="3042303" y="4144710"/>
            <a:chExt cx="1016949" cy="1024872"/>
          </a:xfrm>
        </p:grpSpPr>
        <p:sp>
          <p:nvSpPr>
            <p:cNvPr id="1000" name="Google Shape;1000;p3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36"/>
          <p:cNvGrpSpPr/>
          <p:nvPr/>
        </p:nvGrpSpPr>
        <p:grpSpPr>
          <a:xfrm rot="3854512">
            <a:off x="2146627" y="1688602"/>
            <a:ext cx="1543376" cy="1287625"/>
            <a:chOff x="3550777" y="2949437"/>
            <a:chExt cx="1543376" cy="1287625"/>
          </a:xfrm>
        </p:grpSpPr>
        <p:sp>
          <p:nvSpPr>
            <p:cNvPr id="1003" name="Google Shape;1003;p3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6" name="Google Shape;1006;p36"/>
          <p:cNvSpPr txBox="1"/>
          <p:nvPr/>
        </p:nvSpPr>
        <p:spPr>
          <a:xfrm>
            <a:off x="6221689" y="829558"/>
            <a:ext cx="5311219" cy="343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07" name="Google Shape;1007;p36"/>
          <p:cNvSpPr/>
          <p:nvPr/>
        </p:nvSpPr>
        <p:spPr>
          <a:xfrm>
            <a:off x="2767931" y="1963082"/>
            <a:ext cx="756938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0" r="-645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8" name="Google Shape;1008;p36"/>
          <p:cNvSpPr/>
          <p:nvPr/>
        </p:nvSpPr>
        <p:spPr>
          <a:xfrm>
            <a:off x="1027970" y="2240927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-5644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009" name="Google Shape;1009;p36"/>
          <p:cNvGrpSpPr/>
          <p:nvPr/>
        </p:nvGrpSpPr>
        <p:grpSpPr>
          <a:xfrm rot="-877931">
            <a:off x="788981" y="2044262"/>
            <a:ext cx="1543376" cy="1287625"/>
            <a:chOff x="3550777" y="2949437"/>
            <a:chExt cx="1543376" cy="1287625"/>
          </a:xfrm>
        </p:grpSpPr>
        <p:sp>
          <p:nvSpPr>
            <p:cNvPr id="1010" name="Google Shape;1010;p3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3" name="Google Shape;1013;p36"/>
          <p:cNvSpPr/>
          <p:nvPr/>
        </p:nvSpPr>
        <p:spPr>
          <a:xfrm rot="1883024">
            <a:off x="756599" y="3074493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1198929" y="3012614"/>
            <a:ext cx="76976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-555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1805785" y="1340350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-6347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 rot="1883024">
            <a:off x="1901316" y="1770994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6"/>
          <p:cNvSpPr/>
          <p:nvPr/>
        </p:nvSpPr>
        <p:spPr>
          <a:xfrm>
            <a:off x="8098746" y="1732184"/>
            <a:ext cx="1489435" cy="120032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52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6454444" y="1644312"/>
            <a:ext cx="1432874" cy="156966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019" name="Google Shape;1019;p36"/>
          <p:cNvGrpSpPr/>
          <p:nvPr/>
        </p:nvGrpSpPr>
        <p:grpSpPr>
          <a:xfrm>
            <a:off x="4764967" y="3992309"/>
            <a:ext cx="1016949" cy="1024872"/>
            <a:chOff x="3042303" y="4144710"/>
            <a:chExt cx="1016949" cy="1024872"/>
          </a:xfrm>
        </p:grpSpPr>
        <p:sp>
          <p:nvSpPr>
            <p:cNvPr id="1020" name="Google Shape;1020;p3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2" name="Google Shape;1022;p36"/>
          <p:cNvGrpSpPr/>
          <p:nvPr/>
        </p:nvGrpSpPr>
        <p:grpSpPr>
          <a:xfrm>
            <a:off x="7023377" y="2976823"/>
            <a:ext cx="2672971" cy="2126096"/>
            <a:chOff x="3583492" y="3194537"/>
            <a:chExt cx="2672971" cy="2126096"/>
          </a:xfrm>
        </p:grpSpPr>
        <p:grpSp>
          <p:nvGrpSpPr>
            <p:cNvPr id="1023" name="Google Shape;1023;p36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024" name="Google Shape;1024;p3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3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3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7" name="Google Shape;1027;p36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24589" l="0" r="-5644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 rot="-2125726">
              <a:off x="3578698" y="3606939"/>
              <a:ext cx="1540806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5370" t="-40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029" name="Google Shape;1029;p36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030" name="Google Shape;1030;p3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31" name="Google Shape;1031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32" name="Google Shape;1032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33" name="Google Shape;1033;p3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034" name="Google Shape;1034;p3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35" name="Google Shape;1035;p3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36" name="Google Shape;1036;p3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037" name="Google Shape;1037;p36"/>
          <p:cNvSpPr/>
          <p:nvPr/>
        </p:nvSpPr>
        <p:spPr>
          <a:xfrm rot="2346003">
            <a:off x="5248941" y="4915013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6"/>
          <p:cNvSpPr/>
          <p:nvPr/>
        </p:nvSpPr>
        <p:spPr>
          <a:xfrm rot="2346003">
            <a:off x="5239510" y="4038316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9" name="Google Shape;1039;p36"/>
          <p:cNvGrpSpPr/>
          <p:nvPr/>
        </p:nvGrpSpPr>
        <p:grpSpPr>
          <a:xfrm>
            <a:off x="5196925" y="3121693"/>
            <a:ext cx="2687903" cy="1972627"/>
            <a:chOff x="1757040" y="3372064"/>
            <a:chExt cx="2687903" cy="1972627"/>
          </a:xfrm>
        </p:grpSpPr>
        <p:grpSp>
          <p:nvGrpSpPr>
            <p:cNvPr id="1040" name="Google Shape;1040;p36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041" name="Google Shape;1041;p3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42" name="Google Shape;1042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43" name="Google Shape;1043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44" name="Google Shape;1044;p3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045" name="Google Shape;1045;p3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046" name="Google Shape;1046;p3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47" name="Google Shape;1047;p3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48" name="Google Shape;1048;p36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049" name="Google Shape;1049;p3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3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3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2" name="Google Shape;1052;p36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26666" l="0" r="-5598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-24589" l="0" r="-5554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54" name="Google Shape;1054;p36"/>
          <p:cNvGrpSpPr/>
          <p:nvPr/>
        </p:nvGrpSpPr>
        <p:grpSpPr>
          <a:xfrm>
            <a:off x="4412865" y="3476133"/>
            <a:ext cx="1855063" cy="1744240"/>
            <a:chOff x="972980" y="3726505"/>
            <a:chExt cx="1855063" cy="1744240"/>
          </a:xfrm>
        </p:grpSpPr>
        <p:grpSp>
          <p:nvGrpSpPr>
            <p:cNvPr id="1055" name="Google Shape;1055;p36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056" name="Google Shape;1056;p36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7" name="Google Shape;1057;p36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058" name="Google Shape;1058;p36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9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059" name="Google Shape;1059;p36"/>
                <p:cNvSpPr/>
                <p:nvPr/>
              </p:nvSpPr>
              <p:spPr>
                <a:xfrm>
                  <a:off x="1432935" y="3539707"/>
                  <a:ext cx="474809" cy="369332"/>
                </a:xfrm>
                <a:prstGeom prst="rect">
                  <a:avLst/>
                </a:prstGeom>
                <a:blipFill rotWithShape="1">
                  <a:blip r:embed="rId20">
                    <a:alphaModFix/>
                  </a:blip>
                  <a:stretch>
                    <a:fillRect b="-30434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060" name="Google Shape;1060;p36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061" name="Google Shape;1061;p36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062" name="Google Shape;1062;p36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063" name="Google Shape;1063;p36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064" name="Google Shape;1064;p36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065" name="Google Shape;1065;p36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21">
                      <a:alphaModFix/>
                    </a:blip>
                    <a:stretch>
                      <a:fillRect b="-3332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066" name="Google Shape;1066;p36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 b="-24589" l="0" r="-7206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067" name="Google Shape;1067;p36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b="-24588" l="0" r="-5554" t="-9835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068" name="Google Shape;1068;p36"/>
            <p:cNvGrpSpPr/>
            <p:nvPr/>
          </p:nvGrpSpPr>
          <p:grpSpPr>
            <a:xfrm>
              <a:off x="1406227" y="3726505"/>
              <a:ext cx="1170642" cy="1152841"/>
              <a:chOff x="1396796" y="3695308"/>
              <a:chExt cx="1170642" cy="1152841"/>
            </a:xfrm>
          </p:grpSpPr>
          <p:grpSp>
            <p:nvGrpSpPr>
              <p:cNvPr id="1069" name="Google Shape;1069;p36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70" name="Google Shape;1070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71" name="Google Shape;1071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72" name="Google Shape;1072;p36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073" name="Google Shape;1073;p36"/>
              <p:cNvSpPr/>
              <p:nvPr/>
            </p:nvSpPr>
            <p:spPr>
              <a:xfrm>
                <a:off x="1498919" y="4478817"/>
                <a:ext cx="527843" cy="369332"/>
              </a:xfrm>
              <a:prstGeom prst="rect">
                <a:avLst/>
              </a:prstGeom>
              <a:blipFill rotWithShape="1">
                <a:blip r:embed="rId2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74" name="Google Shape;1074;p36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75" name="Google Shape;1075;p36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076" name="Google Shape;1076;p36"/>
          <p:cNvSpPr/>
          <p:nvPr/>
        </p:nvSpPr>
        <p:spPr>
          <a:xfrm rot="10800000">
            <a:off x="507866" y="4169801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6"/>
          <p:cNvSpPr/>
          <p:nvPr/>
        </p:nvSpPr>
        <p:spPr>
          <a:xfrm>
            <a:off x="134779" y="3758762"/>
            <a:ext cx="679994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26666" l="0" r="-714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8" name="Google Shape;1078;p36"/>
          <p:cNvSpPr/>
          <p:nvPr/>
        </p:nvSpPr>
        <p:spPr>
          <a:xfrm>
            <a:off x="967715" y="3805197"/>
            <a:ext cx="769763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24589" l="0" r="-5554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9" name="Google Shape;1079;p36"/>
          <p:cNvSpPr txBox="1"/>
          <p:nvPr/>
        </p:nvSpPr>
        <p:spPr>
          <a:xfrm>
            <a:off x="1186543" y="53290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are 4 frames in this arm</a:t>
            </a:r>
            <a:endParaRPr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6"/>
          <p:cNvSpPr/>
          <p:nvPr/>
        </p:nvSpPr>
        <p:spPr>
          <a:xfrm>
            <a:off x="4539343" y="4278086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6"/>
          <p:cNvSpPr/>
          <p:nvPr/>
        </p:nvSpPr>
        <p:spPr>
          <a:xfrm>
            <a:off x="4397829" y="3505200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6270172" y="3505199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6"/>
          <p:cNvSpPr/>
          <p:nvPr/>
        </p:nvSpPr>
        <p:spPr>
          <a:xfrm>
            <a:off x="8262258" y="3581400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DH parameters</a:t>
            </a:r>
            <a:endParaRPr/>
          </a:p>
        </p:txBody>
      </p:sp>
      <p:grpSp>
        <p:nvGrpSpPr>
          <p:cNvPr id="1089" name="Google Shape;1089;p37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090" name="Google Shape;1090;p3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092" name="Google Shape;1092;p37"/>
          <p:cNvGraphicFramePr/>
          <p:nvPr/>
        </p:nvGraphicFramePr>
        <p:xfrm>
          <a:off x="7459409" y="1757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93" name="Google Shape;1093;p37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094" name="Google Shape;1094;p37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095" name="Google Shape;1095;p3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7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9" l="0" r="-6450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100" name="Google Shape;1100;p37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101" name="Google Shape;1101;p3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02" name="Google Shape;1102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03" name="Google Shape;1103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04" name="Google Shape;1104;p3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05" name="Google Shape;1105;p3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06" name="Google Shape;1106;p3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7" name="Google Shape;1107;p3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108" name="Google Shape;1108;p37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7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0" name="Google Shape;1110;p37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111" name="Google Shape;1111;p37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112" name="Google Shape;1112;p3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13" name="Google Shape;1113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14" name="Google Shape;1114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15" name="Google Shape;1115;p3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16" name="Google Shape;1116;p3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17" name="Google Shape;1117;p3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18" name="Google Shape;1118;p3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119" name="Google Shape;1119;p37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120" name="Google Shape;1120;p3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3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3" name="Google Shape;1123;p37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25" name="Google Shape;1125;p37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26" name="Google Shape;1126;p37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27" name="Google Shape;1127;p37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28" name="Google Shape;1128;p37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129" name="Google Shape;1129;p37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130" name="Google Shape;1130;p37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131" name="Google Shape;1131;p37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132" name="Google Shape;1132;p37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133" name="Google Shape;1133;p37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134" name="Google Shape;1134;p37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135" name="Google Shape;1135;p37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136" name="Google Shape;1136;p37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137" name="Google Shape;1137;p37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139" name="Google Shape;1139;p37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140" name="Google Shape;1140;p37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41" name="Google Shape;1141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42" name="Google Shape;1142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43" name="Google Shape;1143;p37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45" name="Google Shape;1145;p37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46" name="Google Shape;1146;p37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147" name="Google Shape;1147;p37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153" name="Google Shape;1153;p38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154" name="Google Shape;1154;p38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56" name="Google Shape;1156;p38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57" name="Google Shape;1157;p38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8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9" name="Google Shape;1159;p38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60" name="Google Shape;1160;p38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61" name="Google Shape;1161;p38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62" name="Google Shape;1162;p38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163" name="Google Shape;1163;p38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164" name="Google Shape;1164;p38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165" name="Google Shape;1165;p38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166" name="Google Shape;1166;p38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167" name="Google Shape;1167;p38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168" name="Google Shape;1168;p38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169" name="Google Shape;1169;p38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170" name="Google Shape;1170;p38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171" name="Google Shape;1171;p38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72" name="Google Shape;1172;p38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173" name="Google Shape;1173;p38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174" name="Google Shape;1174;p38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75" name="Google Shape;1175;p3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76" name="Google Shape;1176;p3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77" name="Google Shape;1177;p38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78" name="Google Shape;1178;p38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79" name="Google Shape;1179;p38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80" name="Google Shape;1180;p38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181" name="Google Shape;1181;p38"/>
          <p:cNvSpPr/>
          <p:nvPr/>
        </p:nvSpPr>
        <p:spPr>
          <a:xfrm>
            <a:off x="6302829" y="1748135"/>
            <a:ext cx="5791200" cy="156966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8169" l="-1683" r="-2420" t="-31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82" name="Google Shape;1182;p38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188" name="Google Shape;1188;p39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189" name="Google Shape;1189;p3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91" name="Google Shape;1191;p39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92" name="Google Shape;1192;p39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9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39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95" name="Google Shape;1195;p39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96" name="Google Shape;1196;p39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7" name="Google Shape;1197;p39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198" name="Google Shape;1198;p39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199" name="Google Shape;1199;p39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200" name="Google Shape;1200;p39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01" name="Google Shape;1201;p39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02" name="Google Shape;1202;p39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03" name="Google Shape;1203;p39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04" name="Google Shape;1204;p39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05" name="Google Shape;1205;p39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206" name="Google Shape;1206;p39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07" name="Google Shape;1207;p39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208" name="Google Shape;1208;p39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09" name="Google Shape;1209;p39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10" name="Google Shape;1210;p3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11" name="Google Shape;1211;p3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12" name="Google Shape;1212;p39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13" name="Google Shape;1213;p39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14" name="Google Shape;1214;p39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15" name="Google Shape;1215;p39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216" name="Google Shape;1216;p39"/>
          <p:cNvSpPr/>
          <p:nvPr/>
        </p:nvSpPr>
        <p:spPr>
          <a:xfrm>
            <a:off x="6291944" y="1867877"/>
            <a:ext cx="57912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659" l="-1577" r="0" t="-4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7" name="Google Shape;1217;p39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223" name="Google Shape;1223;p40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24" name="Google Shape;1224;p4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26" name="Google Shape;1226;p40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27" name="Google Shape;1227;p40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0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9" name="Google Shape;1229;p40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230" name="Google Shape;1230;p40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231" name="Google Shape;1231;p40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2" name="Google Shape;1232;p40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233" name="Google Shape;1233;p40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234" name="Google Shape;1234;p40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235" name="Google Shape;1235;p40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36" name="Google Shape;1236;p40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37" name="Google Shape;1237;p40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38" name="Google Shape;1238;p40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39" name="Google Shape;1239;p40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40" name="Google Shape;1240;p40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241" name="Google Shape;1241;p40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42" name="Google Shape;1242;p40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243" name="Google Shape;1243;p40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44" name="Google Shape;1244;p40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45" name="Google Shape;1245;p40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46" name="Google Shape;1246;p40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47" name="Google Shape;1247;p40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48" name="Google Shape;1248;p40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49" name="Google Shape;1249;p40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50" name="Google Shape;1250;p40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251" name="Google Shape;1251;p40"/>
          <p:cNvSpPr/>
          <p:nvPr/>
        </p:nvSpPr>
        <p:spPr>
          <a:xfrm>
            <a:off x="5987142" y="1864866"/>
            <a:ext cx="60960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659" l="-1499" r="0" t="-4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2" name="Google Shape;1252;p40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258" name="Google Shape;1258;p41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59" name="Google Shape;1259;p4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61" name="Google Shape;1261;p41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62" name="Google Shape;1262;p41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41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4" name="Google Shape;1264;p41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265" name="Google Shape;1265;p41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266" name="Google Shape;1266;p41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7" name="Google Shape;1267;p41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268" name="Google Shape;1268;p41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269" name="Google Shape;1269;p41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270" name="Google Shape;1270;p41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71" name="Google Shape;1271;p41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72" name="Google Shape;1272;p41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73" name="Google Shape;1273;p41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74" name="Google Shape;1274;p41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75" name="Google Shape;1275;p41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276" name="Google Shape;1276;p41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77" name="Google Shape;1277;p41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278" name="Google Shape;1278;p41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79" name="Google Shape;1279;p41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80" name="Google Shape;1280;p41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81" name="Google Shape;1281;p41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82" name="Google Shape;1282;p41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283" name="Google Shape;1283;p41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84" name="Google Shape;1284;p41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85" name="Google Shape;1285;p41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286" name="Google Shape;1286;p41"/>
          <p:cNvSpPr/>
          <p:nvPr/>
        </p:nvSpPr>
        <p:spPr>
          <a:xfrm>
            <a:off x="5943600" y="1758781"/>
            <a:ext cx="60960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1222" l="-1499" r="0" t="-40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7" name="Google Shape;1287;p41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293" name="Google Shape;1293;p42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94" name="Google Shape;1294;p4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96" name="Google Shape;1296;p42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97" name="Google Shape;1297;p42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2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9" name="Google Shape;1299;p42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300" name="Google Shape;1300;p42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301" name="Google Shape;1301;p42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02" name="Google Shape;1302;p42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03" name="Google Shape;1303;p42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04" name="Google Shape;1304;p42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07" name="Google Shape;1307;p42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308" name="Google Shape;1308;p42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309" name="Google Shape;1309;p42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2" name="Google Shape;1312;p42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314" name="Google Shape;1314;p42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315" name="Google Shape;1315;p42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316" name="Google Shape;1316;p42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17" name="Google Shape;1317;p42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318" name="Google Shape;1318;p42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319" name="Google Shape;1319;p42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320" name="Google Shape;1320;p42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321" name="Google Shape;1321;p42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322" name="Google Shape;1322;p42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323" name="Google Shape;1323;p42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324" name="Google Shape;1324;p42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325" name="Google Shape;1325;p42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326" name="Google Shape;1326;p42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328" name="Google Shape;1328;p42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329" name="Google Shape;1329;p42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30" name="Google Shape;1330;p42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31" name="Google Shape;1331;p42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32" name="Google Shape;1332;p42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34" name="Google Shape;1334;p42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335" name="Google Shape;1335;p42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336" name="Google Shape;1336;p42"/>
          <p:cNvSpPr/>
          <p:nvPr/>
        </p:nvSpPr>
        <p:spPr>
          <a:xfrm>
            <a:off x="6281058" y="1693706"/>
            <a:ext cx="5791200" cy="156966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8169" l="-1578" r="-2524" t="-31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7" name="Google Shape;1337;p42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343" name="Google Shape;1343;p43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344" name="Google Shape;1344;p4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46" name="Google Shape;1346;p43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47" name="Google Shape;1347;p43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3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9" name="Google Shape;1349;p43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350" name="Google Shape;1350;p43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351" name="Google Shape;1351;p43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52" name="Google Shape;1352;p43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53" name="Google Shape;1353;p43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54" name="Google Shape;1354;p43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55" name="Google Shape;1355;p43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56" name="Google Shape;1356;p43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57" name="Google Shape;1357;p43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358" name="Google Shape;1358;p43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359" name="Google Shape;1359;p43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3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43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2" name="Google Shape;1362;p43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364" name="Google Shape;1364;p43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365" name="Google Shape;1365;p43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366" name="Google Shape;1366;p43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7" name="Google Shape;1367;p43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368" name="Google Shape;1368;p43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369" name="Google Shape;1369;p43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370" name="Google Shape;1370;p43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371" name="Google Shape;1371;p43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372" name="Google Shape;1372;p43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373" name="Google Shape;1373;p43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374" name="Google Shape;1374;p43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375" name="Google Shape;1375;p43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376" name="Google Shape;1376;p43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77" name="Google Shape;1377;p43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378" name="Google Shape;1378;p43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379" name="Google Shape;1379;p43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80" name="Google Shape;1380;p43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81" name="Google Shape;1381;p43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82" name="Google Shape;1382;p43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83" name="Google Shape;1383;p43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84" name="Google Shape;1384;p43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385" name="Google Shape;1385;p43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386" name="Google Shape;1386;p43"/>
          <p:cNvSpPr/>
          <p:nvPr/>
        </p:nvSpPr>
        <p:spPr>
          <a:xfrm>
            <a:off x="6281058" y="1846107"/>
            <a:ext cx="5791200" cy="83099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6174" l="-1577" r="0" t="-58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7" name="Google Shape;1387;p43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393" name="Google Shape;1393;p44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394" name="Google Shape;1394;p4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4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96" name="Google Shape;1396;p44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7" name="Google Shape;1397;p44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4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9" name="Google Shape;1399;p44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400" name="Google Shape;1400;p44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401" name="Google Shape;1401;p44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02" name="Google Shape;1402;p4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03" name="Google Shape;1403;p4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04" name="Google Shape;1404;p44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05" name="Google Shape;1405;p44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06" name="Google Shape;1406;p44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07" name="Google Shape;1407;p44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408" name="Google Shape;1408;p44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409" name="Google Shape;1409;p4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4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2" name="Google Shape;1412;p44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13" name="Google Shape;1413;p44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14" name="Google Shape;1414;p44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415" name="Google Shape;1415;p44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416" name="Google Shape;1416;p44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17" name="Google Shape;1417;p44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418" name="Google Shape;1418;p44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419" name="Google Shape;1419;p44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420" name="Google Shape;1420;p44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421" name="Google Shape;1421;p44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422" name="Google Shape;1422;p44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423" name="Google Shape;1423;p44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424" name="Google Shape;1424;p44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425" name="Google Shape;1425;p44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426" name="Google Shape;1426;p44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27" name="Google Shape;1427;p44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428" name="Google Shape;1428;p44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429" name="Google Shape;1429;p44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30" name="Google Shape;1430;p4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31" name="Google Shape;1431;p4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32" name="Google Shape;1432;p44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33" name="Google Shape;1433;p44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34" name="Google Shape;1434;p44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435" name="Google Shape;1435;p44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436" name="Google Shape;1436;p44"/>
          <p:cNvSpPr/>
          <p:nvPr/>
        </p:nvSpPr>
        <p:spPr>
          <a:xfrm>
            <a:off x="6019800" y="1897519"/>
            <a:ext cx="6096000" cy="1183273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37" name="Google Shape;1437;p44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443" name="Google Shape;1443;p45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444" name="Google Shape;1444;p4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46" name="Google Shape;1446;p45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47" name="Google Shape;1447;p45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45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9" name="Google Shape;1449;p45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450" name="Google Shape;1450;p45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451" name="Google Shape;1451;p4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52" name="Google Shape;1452;p4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53" name="Google Shape;1453;p4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54" name="Google Shape;1454;p4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55" name="Google Shape;1455;p4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56" name="Google Shape;1456;p4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57" name="Google Shape;1457;p4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458" name="Google Shape;1458;p45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459" name="Google Shape;1459;p4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4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4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2" name="Google Shape;1462;p45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63" name="Google Shape;1463;p45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464" name="Google Shape;1464;p45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465" name="Google Shape;1465;p45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466" name="Google Shape;1466;p45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7" name="Google Shape;1467;p45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468" name="Google Shape;1468;p45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469" name="Google Shape;1469;p45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470" name="Google Shape;1470;p45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471" name="Google Shape;1471;p45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472" name="Google Shape;1472;p45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473" name="Google Shape;1473;p45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474" name="Google Shape;1474;p45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475" name="Google Shape;1475;p45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476" name="Google Shape;1476;p45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77" name="Google Shape;1477;p45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478" name="Google Shape;1478;p45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479" name="Google Shape;1479;p45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80" name="Google Shape;1480;p4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81" name="Google Shape;1481;p4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82" name="Google Shape;1482;p45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83" name="Google Shape;1483;p45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84" name="Google Shape;1484;p45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485" name="Google Shape;1485;p45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486" name="Google Shape;1486;p45"/>
          <p:cNvSpPr/>
          <p:nvPr/>
        </p:nvSpPr>
        <p:spPr>
          <a:xfrm>
            <a:off x="5921832" y="1911809"/>
            <a:ext cx="6096000" cy="120032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0659" l="-1499" r="0" t="-4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7" name="Google Shape;1487;p45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493" name="Google Shape;1493;p46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494" name="Google Shape;1494;p4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4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96" name="Google Shape;1496;p46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497" name="Google Shape;1497;p46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498" name="Google Shape;1498;p46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499" name="Google Shape;1499;p4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4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4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2" name="Google Shape;1502;p46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9" l="0" r="-6450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03" name="Google Shape;1503;p46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504" name="Google Shape;1504;p46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505" name="Google Shape;1505;p4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06" name="Google Shape;1506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07" name="Google Shape;1507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08" name="Google Shape;1508;p4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09" name="Google Shape;1509;p4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10" name="Google Shape;1510;p4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1" name="Google Shape;1511;p4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512" name="Google Shape;1512;p46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46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4" name="Google Shape;1514;p46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515" name="Google Shape;1515;p46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516" name="Google Shape;1516;p4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17" name="Google Shape;1517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18" name="Google Shape;1518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19" name="Google Shape;1519;p4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20" name="Google Shape;1520;p4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21" name="Google Shape;1521;p4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22" name="Google Shape;1522;p4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23" name="Google Shape;1523;p46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524" name="Google Shape;1524;p4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4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4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7" name="Google Shape;1527;p46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28" name="Google Shape;1528;p46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29" name="Google Shape;1529;p46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530" name="Google Shape;1530;p46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531" name="Google Shape;1531;p46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2" name="Google Shape;1532;p46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533" name="Google Shape;1533;p46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534" name="Google Shape;1534;p46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535" name="Google Shape;1535;p46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536" name="Google Shape;1536;p46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537" name="Google Shape;1537;p46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538" name="Google Shape;1538;p46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539" name="Google Shape;1539;p46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540" name="Google Shape;1540;p46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541" name="Google Shape;1541;p46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2" name="Google Shape;1542;p46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543" name="Google Shape;1543;p46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544" name="Google Shape;1544;p46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45" name="Google Shape;1545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46" name="Google Shape;1546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47" name="Google Shape;1547;p46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8" name="Google Shape;1548;p46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49" name="Google Shape;1549;p46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50" name="Google Shape;1550;p46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551" name="Google Shape;1551;p46"/>
          <p:cNvSpPr/>
          <p:nvPr/>
        </p:nvSpPr>
        <p:spPr>
          <a:xfrm>
            <a:off x="6117771" y="1759020"/>
            <a:ext cx="5943601" cy="156966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8169" l="-1639" r="-1741" t="-31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52" name="Google Shape;1552;p46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558" name="Google Shape;1558;p47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559" name="Google Shape;1559;p4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4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61" name="Google Shape;1561;p47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562" name="Google Shape;1562;p47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563" name="Google Shape;1563;p47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564" name="Google Shape;1564;p4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4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4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7" name="Google Shape;1567;p47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9" l="0" r="-6450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68" name="Google Shape;1568;p47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569" name="Google Shape;1569;p47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570" name="Google Shape;1570;p4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71" name="Google Shape;1571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72" name="Google Shape;1572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73" name="Google Shape;1573;p4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4" name="Google Shape;1574;p4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75" name="Google Shape;1575;p4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76" name="Google Shape;1576;p4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577" name="Google Shape;1577;p47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47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9" name="Google Shape;1579;p47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580" name="Google Shape;1580;p47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581" name="Google Shape;1581;p4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82" name="Google Shape;1582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83" name="Google Shape;1583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84" name="Google Shape;1584;p4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85" name="Google Shape;1585;p4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86" name="Google Shape;1586;p4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87" name="Google Shape;1587;p4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88" name="Google Shape;1588;p47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589" name="Google Shape;1589;p4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4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4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2" name="Google Shape;1592;p47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94" name="Google Shape;1594;p47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595" name="Google Shape;1595;p47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596" name="Google Shape;1596;p47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7" name="Google Shape;1597;p47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598" name="Google Shape;1598;p47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599" name="Google Shape;1599;p47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600" name="Google Shape;1600;p47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601" name="Google Shape;1601;p47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602" name="Google Shape;1602;p47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603" name="Google Shape;1603;p47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604" name="Google Shape;1604;p47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605" name="Google Shape;1605;p47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606" name="Google Shape;1606;p47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07" name="Google Shape;1607;p47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608" name="Google Shape;1608;p47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609" name="Google Shape;1609;p47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10" name="Google Shape;1610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11" name="Google Shape;1611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12" name="Google Shape;1612;p47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3" name="Google Shape;1613;p47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14" name="Google Shape;1614;p47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15" name="Google Shape;1615;p47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616" name="Google Shape;1616;p47"/>
          <p:cNvSpPr/>
          <p:nvPr/>
        </p:nvSpPr>
        <p:spPr>
          <a:xfrm>
            <a:off x="6291942" y="1911422"/>
            <a:ext cx="5791200" cy="12003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1222" l="-1578" r="-1473" t="-40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17" name="Google Shape;1617;p47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623" name="Google Shape;1623;p48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624" name="Google Shape;1624;p48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48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626" name="Google Shape;1626;p48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27" name="Google Shape;1627;p48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628" name="Google Shape;1628;p48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629" name="Google Shape;1629;p48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48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48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2" name="Google Shape;1632;p48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9" l="0" r="-6450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33" name="Google Shape;1633;p48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634" name="Google Shape;1634;p48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635" name="Google Shape;1635;p48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36" name="Google Shape;1636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37" name="Google Shape;1637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38" name="Google Shape;1638;p48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39" name="Google Shape;1639;p48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40" name="Google Shape;1640;p48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41" name="Google Shape;1641;p48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642" name="Google Shape;1642;p48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48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4" name="Google Shape;1644;p48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645" name="Google Shape;1645;p48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646" name="Google Shape;1646;p48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47" name="Google Shape;1647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48" name="Google Shape;1648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49" name="Google Shape;1649;p48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50" name="Google Shape;1650;p48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51" name="Google Shape;1651;p48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52" name="Google Shape;1652;p48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653" name="Google Shape;1653;p48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654" name="Google Shape;1654;p48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48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48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7" name="Google Shape;1657;p48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58" name="Google Shape;1658;p48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59" name="Google Shape;1659;p48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660" name="Google Shape;1660;p48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661" name="Google Shape;1661;p48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62" name="Google Shape;1662;p48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663" name="Google Shape;1663;p48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664" name="Google Shape;1664;p48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665" name="Google Shape;1665;p48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666" name="Google Shape;1666;p48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667" name="Google Shape;1667;p48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668" name="Google Shape;1668;p48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669" name="Google Shape;1669;p48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670" name="Google Shape;1670;p48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671" name="Google Shape;1671;p48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72" name="Google Shape;1672;p48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673" name="Google Shape;1673;p48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674" name="Google Shape;1674;p48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75" name="Google Shape;1675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76" name="Google Shape;1676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77" name="Google Shape;1677;p48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78" name="Google Shape;1678;p48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79" name="Google Shape;1679;p48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0" name="Google Shape;1680;p48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681" name="Google Shape;1681;p48"/>
          <p:cNvSpPr/>
          <p:nvPr/>
        </p:nvSpPr>
        <p:spPr>
          <a:xfrm>
            <a:off x="6096000" y="1933583"/>
            <a:ext cx="6096000" cy="118327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82" name="Google Shape;1682;p48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688" name="Google Shape;1688;p49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689" name="Google Shape;1689;p4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4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691" name="Google Shape;1691;p49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92" name="Google Shape;1692;p49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693" name="Google Shape;1693;p49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694" name="Google Shape;1694;p49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49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49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7" name="Google Shape;1697;p49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9" l="0" r="-6450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98" name="Google Shape;1698;p49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699" name="Google Shape;1699;p49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700" name="Google Shape;1700;p49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01" name="Google Shape;1701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02" name="Google Shape;1702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03" name="Google Shape;1703;p49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04" name="Google Shape;1704;p49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05" name="Google Shape;1705;p49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6" name="Google Shape;1706;p49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707" name="Google Shape;1707;p49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9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9" name="Google Shape;1709;p49"/>
          <p:cNvGrpSpPr/>
          <p:nvPr/>
        </p:nvGrpSpPr>
        <p:grpSpPr>
          <a:xfrm>
            <a:off x="1571982" y="1249351"/>
            <a:ext cx="2687903" cy="1972627"/>
            <a:chOff x="1757040" y="3372064"/>
            <a:chExt cx="2687903" cy="1972627"/>
          </a:xfrm>
        </p:grpSpPr>
        <p:grpSp>
          <p:nvGrpSpPr>
            <p:cNvPr id="1710" name="Google Shape;1710;p49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711" name="Google Shape;1711;p49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12" name="Google Shape;1712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13" name="Google Shape;1713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14" name="Google Shape;1714;p49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15" name="Google Shape;1715;p49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16" name="Google Shape;1716;p49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17" name="Google Shape;1717;p49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718" name="Google Shape;1718;p49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719" name="Google Shape;1719;p49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49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49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2" name="Google Shape;1722;p49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8" l="0" r="-5644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23" name="Google Shape;1723;p49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511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724" name="Google Shape;1724;p49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725" name="Google Shape;1725;p49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726" name="Google Shape;1726;p49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7" name="Google Shape;1727;p49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728" name="Google Shape;1728;p49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729" name="Google Shape;1729;p49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730" name="Google Shape;1730;p49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731" name="Google Shape;1731;p49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732" name="Google Shape;1732;p49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733" name="Google Shape;1733;p49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734" name="Google Shape;1734;p49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735" name="Google Shape;1735;p49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736" name="Google Shape;1736;p49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9" l="0" r="-7140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37" name="Google Shape;1737;p49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5554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738" name="Google Shape;1738;p49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739" name="Google Shape;1739;p49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40" name="Google Shape;1740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41" name="Google Shape;1741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42" name="Google Shape;1742;p49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43" name="Google Shape;1743;p49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44" name="Google Shape;1744;p49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45" name="Google Shape;1745;p49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746" name="Google Shape;1746;p49"/>
          <p:cNvSpPr/>
          <p:nvPr/>
        </p:nvSpPr>
        <p:spPr>
          <a:xfrm>
            <a:off x="5976257" y="1951950"/>
            <a:ext cx="6096000" cy="12003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0659" l="-1499" r="0" t="-4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7" name="Google Shape;1747;p49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83" l="-767" r="-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</a:t>
            </a:r>
            <a:endParaRPr/>
          </a:p>
        </p:txBody>
      </p:sp>
      <p:grpSp>
        <p:nvGrpSpPr>
          <p:cNvPr id="1753" name="Google Shape;1753;p50"/>
          <p:cNvGrpSpPr/>
          <p:nvPr/>
        </p:nvGrpSpPr>
        <p:grpSpPr>
          <a:xfrm>
            <a:off x="2593943" y="2273431"/>
            <a:ext cx="1102936" cy="1093509"/>
            <a:chOff x="914401" y="3846136"/>
            <a:chExt cx="1102936" cy="1093509"/>
          </a:xfrm>
        </p:grpSpPr>
        <p:cxnSp>
          <p:nvCxnSpPr>
            <p:cNvPr id="1754" name="Google Shape;1754;p50"/>
            <p:cNvCxnSpPr/>
            <p:nvPr/>
          </p:nvCxnSpPr>
          <p:spPr>
            <a:xfrm>
              <a:off x="914401" y="4925505"/>
              <a:ext cx="110293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55" name="Google Shape;1755;p50"/>
            <p:cNvCxnSpPr/>
            <p:nvPr/>
          </p:nvCxnSpPr>
          <p:spPr>
            <a:xfrm rot="10800000">
              <a:off x="923827" y="3846136"/>
              <a:ext cx="0" cy="1093509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756" name="Google Shape;1756;p50"/>
          <p:cNvSpPr/>
          <p:nvPr/>
        </p:nvSpPr>
        <p:spPr>
          <a:xfrm>
            <a:off x="2958505" y="3302465"/>
            <a:ext cx="46198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757" name="Google Shape;1757;p50"/>
          <p:cNvGrpSpPr/>
          <p:nvPr/>
        </p:nvGrpSpPr>
        <p:grpSpPr>
          <a:xfrm>
            <a:off x="546815" y="3846136"/>
            <a:ext cx="1470522" cy="1370086"/>
            <a:chOff x="546815" y="3846136"/>
            <a:chExt cx="1470522" cy="1370086"/>
          </a:xfrm>
        </p:grpSpPr>
        <p:grpSp>
          <p:nvGrpSpPr>
            <p:cNvPr id="1758" name="Google Shape;1758;p50"/>
            <p:cNvGrpSpPr/>
            <p:nvPr/>
          </p:nvGrpSpPr>
          <p:grpSpPr>
            <a:xfrm>
              <a:off x="914401" y="3846136"/>
              <a:ext cx="1102936" cy="1093509"/>
              <a:chOff x="914401" y="3846136"/>
              <a:chExt cx="1102936" cy="1093509"/>
            </a:xfrm>
          </p:grpSpPr>
          <p:cxnSp>
            <p:nvCxnSpPr>
              <p:cNvPr id="1759" name="Google Shape;1759;p50"/>
              <p:cNvCxnSpPr/>
              <p:nvPr/>
            </p:nvCxnSpPr>
            <p:spPr>
              <a:xfrm>
                <a:off x="914401" y="4925505"/>
                <a:ext cx="110293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760" name="Google Shape;1760;p50"/>
              <p:cNvCxnSpPr/>
              <p:nvPr/>
            </p:nvCxnSpPr>
            <p:spPr>
              <a:xfrm rot="10800000">
                <a:off x="923827" y="3846136"/>
                <a:ext cx="0" cy="109350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761" name="Google Shape;1761;p50"/>
            <p:cNvSpPr/>
            <p:nvPr/>
          </p:nvSpPr>
          <p:spPr>
            <a:xfrm>
              <a:off x="1250682" y="4846890"/>
              <a:ext cx="461986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62" name="Google Shape;1762;p50"/>
            <p:cNvSpPr/>
            <p:nvPr/>
          </p:nvSpPr>
          <p:spPr>
            <a:xfrm>
              <a:off x="546815" y="4133595"/>
              <a:ext cx="461986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763" name="Google Shape;1763;p50"/>
          <p:cNvSpPr/>
          <p:nvPr/>
        </p:nvSpPr>
        <p:spPr>
          <a:xfrm>
            <a:off x="2216931" y="2513756"/>
            <a:ext cx="46198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64" name="Google Shape;1764;p50"/>
          <p:cNvSpPr/>
          <p:nvPr/>
        </p:nvSpPr>
        <p:spPr>
          <a:xfrm>
            <a:off x="3450210" y="2234153"/>
            <a:ext cx="84842" cy="75414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0"/>
          <p:cNvSpPr/>
          <p:nvPr/>
        </p:nvSpPr>
        <p:spPr>
          <a:xfrm>
            <a:off x="3546110" y="2080122"/>
            <a:ext cx="76815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66" name="Google Shape;1766;p50"/>
          <p:cNvSpPr/>
          <p:nvPr/>
        </p:nvSpPr>
        <p:spPr>
          <a:xfrm>
            <a:off x="5159281" y="2065982"/>
            <a:ext cx="641683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will transform the axis of pint (x, z) from the (x2, z2) to (x1, z1)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</a:t>
            </a:r>
            <a:endParaRPr/>
          </a:p>
        </p:txBody>
      </p:sp>
      <p:sp>
        <p:nvSpPr>
          <p:cNvPr id="1772" name="Google Shape;1772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17" r="-3645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Homogeneous Transformation Matrices to Express ..." id="1773" name="Google Shape;1773;p5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542427"/>
            <a:ext cx="5181600" cy="2917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to Homogeneous transformation </a:t>
            </a:r>
            <a:endParaRPr/>
          </a:p>
        </p:txBody>
      </p:sp>
      <p:sp>
        <p:nvSpPr>
          <p:cNvPr id="1779" name="Google Shape;1779;p52"/>
          <p:cNvSpPr txBox="1"/>
          <p:nvPr>
            <p:ph idx="1" type="body"/>
          </p:nvPr>
        </p:nvSpPr>
        <p:spPr>
          <a:xfrm>
            <a:off x="442276" y="1872759"/>
            <a:ext cx="4384248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51" r="0" t="-25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80" name="Google Shape;1780;p52"/>
          <p:cNvSpPr txBox="1"/>
          <p:nvPr/>
        </p:nvSpPr>
        <p:spPr>
          <a:xfrm>
            <a:off x="5007204" y="1179922"/>
            <a:ext cx="3778578" cy="15365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1" name="Google Shape;1781;p52"/>
          <p:cNvSpPr txBox="1"/>
          <p:nvPr/>
        </p:nvSpPr>
        <p:spPr>
          <a:xfrm>
            <a:off x="5469117" y="5054338"/>
            <a:ext cx="6410228" cy="15365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2" name="Google Shape;1782;p52"/>
          <p:cNvSpPr txBox="1"/>
          <p:nvPr/>
        </p:nvSpPr>
        <p:spPr>
          <a:xfrm>
            <a:off x="9034021" y="964677"/>
            <a:ext cx="3343373" cy="153656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20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3" name="Google Shape;1783;p52"/>
          <p:cNvSpPr txBox="1"/>
          <p:nvPr/>
        </p:nvSpPr>
        <p:spPr>
          <a:xfrm>
            <a:off x="4680408" y="2766768"/>
            <a:ext cx="3266388" cy="153656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4" name="Google Shape;1784;p52"/>
          <p:cNvSpPr txBox="1"/>
          <p:nvPr/>
        </p:nvSpPr>
        <p:spPr>
          <a:xfrm>
            <a:off x="7484881" y="2667786"/>
            <a:ext cx="4845379" cy="174395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5" name="Google Shape;1785;p52"/>
          <p:cNvSpPr txBox="1"/>
          <p:nvPr>
            <p:ph idx="2" type="body"/>
          </p:nvPr>
        </p:nvSpPr>
        <p:spPr>
          <a:xfrm>
            <a:off x="5627802" y="4364610"/>
            <a:ext cx="6310460" cy="52790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218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 of joint</a:t>
            </a:r>
            <a:endParaRPr/>
          </a:p>
        </p:txBody>
      </p:sp>
      <p:sp>
        <p:nvSpPr>
          <p:cNvPr id="1791" name="Google Shape;1791;p5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Joint (No movement)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Joint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Revolute Joint (Rotation)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Prismatic Joint (Linear Shift)</a:t>
            </a:r>
            <a:endParaRPr/>
          </a:p>
        </p:txBody>
      </p:sp>
      <p:pic>
        <p:nvPicPr>
          <p:cNvPr descr="Introduction | SpringerLink" id="1792" name="Google Shape;179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3740" y="4039550"/>
            <a:ext cx="652462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3R underactuated manipulator. | Download Scientific Diagram" id="1793" name="Google Shape;179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9435" y="662397"/>
            <a:ext cx="33623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54"/>
          <p:cNvSpPr txBox="1"/>
          <p:nvPr>
            <p:ph type="title"/>
          </p:nvPr>
        </p:nvSpPr>
        <p:spPr>
          <a:xfrm>
            <a:off x="838200" y="365125"/>
            <a:ext cx="70539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matrixes for all joints </a:t>
            </a:r>
            <a:endParaRPr/>
          </a:p>
        </p:txBody>
      </p:sp>
      <p:sp>
        <p:nvSpPr>
          <p:cNvPr id="1799" name="Google Shape;1799;p54"/>
          <p:cNvSpPr txBox="1"/>
          <p:nvPr/>
        </p:nvSpPr>
        <p:spPr>
          <a:xfrm>
            <a:off x="722946" y="2757453"/>
            <a:ext cx="6410228" cy="15365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800" name="Google Shape;1800;p54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{69BB074B-F07B-4B81-BEBF-DB32CDAF2DD6}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0+60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0-85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01" name="Google Shape;1801;p54"/>
          <p:cNvSpPr txBox="1"/>
          <p:nvPr>
            <p:ph idx="1" type="body"/>
          </p:nvPr>
        </p:nvSpPr>
        <p:spPr>
          <a:xfrm>
            <a:off x="696686" y="1466396"/>
            <a:ext cx="5845629" cy="14074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02" name="Google Shape;1802;p54"/>
          <p:cNvSpPr txBox="1"/>
          <p:nvPr/>
        </p:nvSpPr>
        <p:spPr>
          <a:xfrm>
            <a:off x="722946" y="3911338"/>
            <a:ext cx="6410228" cy="15365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3" name="Google Shape;1803;p54"/>
          <p:cNvSpPr txBox="1"/>
          <p:nvPr/>
        </p:nvSpPr>
        <p:spPr>
          <a:xfrm>
            <a:off x="733832" y="5141424"/>
            <a:ext cx="6410228" cy="153656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4" name="Google Shape;1804;p54"/>
          <p:cNvSpPr txBox="1"/>
          <p:nvPr/>
        </p:nvSpPr>
        <p:spPr>
          <a:xfrm>
            <a:off x="7232820" y="3001992"/>
            <a:ext cx="2937724" cy="119824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-10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5" name="Google Shape;1805;p54"/>
          <p:cNvSpPr txBox="1"/>
          <p:nvPr/>
        </p:nvSpPr>
        <p:spPr>
          <a:xfrm>
            <a:off x="7203057" y="4175185"/>
            <a:ext cx="3436189" cy="120399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-1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6" name="Google Shape;1806;p54"/>
          <p:cNvSpPr txBox="1"/>
          <p:nvPr/>
        </p:nvSpPr>
        <p:spPr>
          <a:xfrm>
            <a:off x="7177177" y="5338685"/>
            <a:ext cx="3697856" cy="133816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3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matrixes</a:t>
            </a:r>
            <a:endParaRPr/>
          </a:p>
        </p:txBody>
      </p:sp>
      <p:sp>
        <p:nvSpPr>
          <p:cNvPr id="1812" name="Google Shape;1812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13" name="Google Shape;1813;p55"/>
          <p:cNvSpPr/>
          <p:nvPr/>
        </p:nvSpPr>
        <p:spPr>
          <a:xfrm>
            <a:off x="6687023" y="1809217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55"/>
          <p:cNvSpPr/>
          <p:nvPr/>
        </p:nvSpPr>
        <p:spPr>
          <a:xfrm>
            <a:off x="4627604" y="1761858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2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55"/>
          <p:cNvSpPr/>
          <p:nvPr/>
        </p:nvSpPr>
        <p:spPr>
          <a:xfrm>
            <a:off x="2366853" y="3302018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3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6" name="Google Shape;1816;p55"/>
          <p:cNvGrpSpPr/>
          <p:nvPr/>
        </p:nvGrpSpPr>
        <p:grpSpPr>
          <a:xfrm>
            <a:off x="4242454" y="3306509"/>
            <a:ext cx="1016949" cy="1024872"/>
            <a:chOff x="3042303" y="4144710"/>
            <a:chExt cx="1016949" cy="1024872"/>
          </a:xfrm>
        </p:grpSpPr>
        <p:sp>
          <p:nvSpPr>
            <p:cNvPr id="1817" name="Google Shape;1817;p5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5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9" name="Google Shape;1819;p55"/>
          <p:cNvGrpSpPr/>
          <p:nvPr/>
        </p:nvGrpSpPr>
        <p:grpSpPr>
          <a:xfrm>
            <a:off x="6500864" y="2441742"/>
            <a:ext cx="2672971" cy="1975377"/>
            <a:chOff x="3583492" y="3345256"/>
            <a:chExt cx="2672971" cy="1975377"/>
          </a:xfrm>
        </p:grpSpPr>
        <p:grpSp>
          <p:nvGrpSpPr>
            <p:cNvPr id="1820" name="Google Shape;1820;p55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821" name="Google Shape;1821;p5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5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5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4" name="Google Shape;1824;p55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66" l="0" r="-6450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25" name="Google Shape;1825;p55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6666" l="0" r="-5796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826" name="Google Shape;1826;p55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827" name="Google Shape;1827;p5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28" name="Google Shape;1828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29" name="Google Shape;1829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30" name="Google Shape;1830;p5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31" name="Google Shape;1831;p5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32" name="Google Shape;1832;p5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833" name="Google Shape;1833;p5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834" name="Google Shape;1834;p55"/>
          <p:cNvSpPr/>
          <p:nvPr/>
        </p:nvSpPr>
        <p:spPr>
          <a:xfrm rot="2346003">
            <a:off x="4726428" y="4229213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55"/>
          <p:cNvSpPr/>
          <p:nvPr/>
        </p:nvSpPr>
        <p:spPr>
          <a:xfrm rot="2346003">
            <a:off x="4716997" y="3352516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6" name="Google Shape;1836;p55"/>
          <p:cNvGrpSpPr/>
          <p:nvPr/>
        </p:nvGrpSpPr>
        <p:grpSpPr>
          <a:xfrm>
            <a:off x="4674412" y="2435893"/>
            <a:ext cx="2687903" cy="1972627"/>
            <a:chOff x="1757040" y="3372064"/>
            <a:chExt cx="2687903" cy="1972627"/>
          </a:xfrm>
        </p:grpSpPr>
        <p:grpSp>
          <p:nvGrpSpPr>
            <p:cNvPr id="1837" name="Google Shape;1837;p55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838" name="Google Shape;1838;p5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39" name="Google Shape;1839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40" name="Google Shape;1840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41" name="Google Shape;1841;p5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744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42" name="Google Shape;1842;p5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43" name="Google Shape;1843;p5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44" name="Google Shape;1844;p5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845" name="Google Shape;1845;p55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846" name="Google Shape;1846;p5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5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5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9" name="Google Shape;1849;p55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9" l="0" r="-5644" t="-81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50" name="Google Shape;1850;p55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6666" l="0" r="-5511" t="-99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851" name="Google Shape;1851;p55"/>
          <p:cNvGrpSpPr/>
          <p:nvPr/>
        </p:nvGrpSpPr>
        <p:grpSpPr>
          <a:xfrm>
            <a:off x="3890352" y="2790333"/>
            <a:ext cx="1855063" cy="1744240"/>
            <a:chOff x="972980" y="3726505"/>
            <a:chExt cx="1855063" cy="1744240"/>
          </a:xfrm>
        </p:grpSpPr>
        <p:grpSp>
          <p:nvGrpSpPr>
            <p:cNvPr id="1852" name="Google Shape;1852;p55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853" name="Google Shape;1853;p55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54" name="Google Shape;1854;p55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855" name="Google Shape;1855;p55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110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sp>
              <p:nvSpPr>
                <p:cNvPr id="1856" name="Google Shape;1856;p55"/>
                <p:cNvSpPr/>
                <p:nvPr/>
              </p:nvSpPr>
              <p:spPr>
                <a:xfrm>
                  <a:off x="1432935" y="3539707"/>
                  <a:ext cx="474809" cy="369332"/>
                </a:xfrm>
                <a:prstGeom prst="rect">
                  <a:avLst/>
                </a:prstGeom>
                <a:blipFill rotWithShape="1">
                  <a:blip r:embed="rId15">
                    <a:alphaModFix/>
                  </a:blip>
                  <a:stretch>
                    <a:fillRect b="-31109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/>
                </a:p>
              </p:txBody>
            </p:sp>
            <p:grpSp>
              <p:nvGrpSpPr>
                <p:cNvPr id="1857" name="Google Shape;1857;p55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858" name="Google Shape;1858;p55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859" name="Google Shape;1859;p55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860" name="Google Shape;1860;p55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861" name="Google Shape;1861;p55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862" name="Google Shape;1862;p55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6">
                      <a:alphaModFix/>
                    </a:blip>
                    <a:stretch>
                      <a:fillRect b="-31109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/>
                  </a:p>
                </p:txBody>
              </p:sp>
            </p:grpSp>
          </p:grpSp>
          <p:sp>
            <p:nvSpPr>
              <p:cNvPr id="1863" name="Google Shape;1863;p55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66" l="0" r="-7140" t="-999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64" name="Google Shape;1864;p55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24589" l="0" r="-5554" t="-81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865" name="Google Shape;1865;p55"/>
            <p:cNvGrpSpPr/>
            <p:nvPr/>
          </p:nvGrpSpPr>
          <p:grpSpPr>
            <a:xfrm>
              <a:off x="1406227" y="3726505"/>
              <a:ext cx="1170642" cy="1152841"/>
              <a:chOff x="1396796" y="3695308"/>
              <a:chExt cx="1170642" cy="1152841"/>
            </a:xfrm>
          </p:grpSpPr>
          <p:grpSp>
            <p:nvGrpSpPr>
              <p:cNvPr id="1866" name="Google Shape;1866;p55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67" name="Google Shape;1867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68" name="Google Shape;1868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69" name="Google Shape;1869;p55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-2999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70" name="Google Shape;1870;p55"/>
              <p:cNvSpPr/>
              <p:nvPr/>
            </p:nvSpPr>
            <p:spPr>
              <a:xfrm>
                <a:off x="1498919" y="4478817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71" name="Google Shape;1871;p55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872" name="Google Shape;1872;p55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873" name="Google Shape;1873;p55"/>
          <p:cNvSpPr/>
          <p:nvPr/>
        </p:nvSpPr>
        <p:spPr>
          <a:xfrm>
            <a:off x="6640287" y="2644689"/>
            <a:ext cx="178525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5"/>
          <p:cNvSpPr/>
          <p:nvPr/>
        </p:nvSpPr>
        <p:spPr>
          <a:xfrm>
            <a:off x="4778830" y="2601147"/>
            <a:ext cx="178525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55"/>
          <p:cNvSpPr/>
          <p:nvPr/>
        </p:nvSpPr>
        <p:spPr>
          <a:xfrm rot="-5400000">
            <a:off x="3829188" y="3491187"/>
            <a:ext cx="98488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55"/>
          <p:cNvSpPr/>
          <p:nvPr/>
        </p:nvSpPr>
        <p:spPr>
          <a:xfrm>
            <a:off x="3230492" y="5477961"/>
            <a:ext cx="4235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5"/>
          <p:cNvSpPr/>
          <p:nvPr/>
        </p:nvSpPr>
        <p:spPr>
          <a:xfrm>
            <a:off x="6039826" y="5458858"/>
            <a:ext cx="4235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5"/>
          <p:cNvSpPr/>
          <p:nvPr/>
        </p:nvSpPr>
        <p:spPr>
          <a:xfrm>
            <a:off x="8479459" y="5258191"/>
            <a:ext cx="543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55"/>
          <p:cNvSpPr txBox="1"/>
          <p:nvPr/>
        </p:nvSpPr>
        <p:spPr>
          <a:xfrm>
            <a:off x="6176514" y="5434642"/>
            <a:ext cx="2570672" cy="888521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0" name="Google Shape;1880;p55"/>
          <p:cNvSpPr txBox="1"/>
          <p:nvPr/>
        </p:nvSpPr>
        <p:spPr>
          <a:xfrm>
            <a:off x="3519577" y="5426014"/>
            <a:ext cx="2596551" cy="988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1" name="Google Shape;1881;p55"/>
          <p:cNvSpPr txBox="1"/>
          <p:nvPr/>
        </p:nvSpPr>
        <p:spPr>
          <a:xfrm>
            <a:off x="448574" y="5416320"/>
            <a:ext cx="2932979" cy="967228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2" name="Google Shape;1882;p55"/>
          <p:cNvSpPr txBox="1"/>
          <p:nvPr/>
        </p:nvSpPr>
        <p:spPr>
          <a:xfrm>
            <a:off x="8839200" y="5431769"/>
            <a:ext cx="3065254" cy="1020790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(X, Y, Z)= (14.584, 17.38, 29.404)</a:t>
            </a:r>
            <a:endParaRPr/>
          </a:p>
        </p:txBody>
      </p:sp>
      <p:sp>
        <p:nvSpPr>
          <p:cNvPr id="1888" name="Google Shape;1888;p56"/>
          <p:cNvSpPr/>
          <p:nvPr/>
        </p:nvSpPr>
        <p:spPr>
          <a:xfrm>
            <a:off x="6335486" y="2188030"/>
            <a:ext cx="1262743" cy="1452318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6"/>
          <p:cNvSpPr txBox="1"/>
          <p:nvPr>
            <p:ph idx="1" type="body"/>
          </p:nvPr>
        </p:nvSpPr>
        <p:spPr>
          <a:xfrm>
            <a:off x="1925128" y="2403595"/>
            <a:ext cx="5830019" cy="17025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2024-01-29T04:57:35Z</dcterms:created>
  <dc:creator>HP</dc:creator>
</cp:coreProperties>
</file>